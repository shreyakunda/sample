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5" r:id="rId1"/>
    <p:sldMasterId id="2147483676" r:id="rId2"/>
  </p:sldMasterIdLst>
  <p:notesMasterIdLst>
    <p:notesMasterId r:id="rId17"/>
  </p:notesMasterIdLst>
  <p:sldIdLst>
    <p:sldId id="256" r:id="rId3"/>
    <p:sldId id="258" r:id="rId4"/>
    <p:sldId id="261" r:id="rId5"/>
    <p:sldId id="265" r:id="rId6"/>
    <p:sldId id="270" r:id="rId7"/>
    <p:sldId id="301" r:id="rId8"/>
    <p:sldId id="306" r:id="rId9"/>
    <p:sldId id="273" r:id="rId10"/>
    <p:sldId id="303" r:id="rId11"/>
    <p:sldId id="304" r:id="rId12"/>
    <p:sldId id="262" r:id="rId13"/>
    <p:sldId id="300" r:id="rId14"/>
    <p:sldId id="302" r:id="rId15"/>
    <p:sldId id="275" r:id="rId16"/>
  </p:sldIdLst>
  <p:sldSz cx="9144000" cy="5143500" type="screen16x9"/>
  <p:notesSz cx="6858000" cy="9144000"/>
  <p:embeddedFontLst>
    <p:embeddedFont>
      <p:font typeface="Arimo" panose="020B0604020202020204" charset="0"/>
      <p:regular r:id="rId18"/>
      <p:bold r:id="rId19"/>
      <p:italic r:id="rId20"/>
      <p:boldItalic r:id="rId21"/>
    </p:embeddedFont>
    <p:embeddedFont>
      <p:font typeface="Cambria" panose="02040503050406030204" pitchFamily="18" charset="0"/>
      <p:regular r:id="rId22"/>
      <p:bold r:id="rId23"/>
      <p:italic r:id="rId24"/>
      <p:boldItalic r:id="rId25"/>
    </p:embeddedFont>
    <p:embeddedFont>
      <p:font typeface="DM Serif Text" pitchFamily="2" charset="0"/>
      <p:regular r:id="rId26"/>
      <p:italic r:id="rId27"/>
    </p:embeddedFont>
    <p:embeddedFont>
      <p:font typeface="Proxima Nova" panose="020B0604020202020204" charset="0"/>
      <p:regular r:id="rId28"/>
      <p:bold r:id="rId29"/>
      <p:italic r:id="rId30"/>
      <p:boldItalic r:id="rId31"/>
    </p:embeddedFont>
    <p:embeddedFont>
      <p:font typeface="Raleway" pitchFamily="2" charset="0"/>
      <p:regular r:id="rId32"/>
      <p:bold r:id="rId33"/>
      <p:italic r:id="rId34"/>
      <p:bold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1B1C6F-BB5F-44BE-8069-00D54A920822}">
  <a:tblStyle styleId="{5C1B1C6F-BB5F-44BE-8069-00D54A92082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0EF6D3C1-86F8-47E5-A572-2AF99E900E7A}"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182" autoAdjust="0"/>
    <p:restoredTop sz="94660"/>
  </p:normalViewPr>
  <p:slideViewPr>
    <p:cSldViewPr snapToGrid="0">
      <p:cViewPr varScale="1">
        <p:scale>
          <a:sx n="80" d="100"/>
          <a:sy n="80" d="100"/>
        </p:scale>
        <p:origin x="780"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font" Target="fonts/font1.fntdata"/><Relationship Id="rId26" Type="http://schemas.openxmlformats.org/officeDocument/2006/relationships/font" Target="fonts/font9.fntdata"/><Relationship Id="rId39" Type="http://schemas.openxmlformats.org/officeDocument/2006/relationships/tableStyles" Target="tableStyles.xml"/><Relationship Id="rId21" Type="http://schemas.openxmlformats.org/officeDocument/2006/relationships/font" Target="fonts/font4.fntdata"/><Relationship Id="rId34" Type="http://schemas.openxmlformats.org/officeDocument/2006/relationships/font" Target="fonts/font17.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5" Type="http://schemas.openxmlformats.org/officeDocument/2006/relationships/font" Target="fonts/font8.fntdata"/><Relationship Id="rId33" Type="http://schemas.openxmlformats.org/officeDocument/2006/relationships/font" Target="fonts/font16.fntdata"/><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7.fntdata"/><Relationship Id="rId32" Type="http://schemas.openxmlformats.org/officeDocument/2006/relationships/font" Target="fonts/font15.fntdata"/><Relationship Id="rId37"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6.fntdata"/><Relationship Id="rId28" Type="http://schemas.openxmlformats.org/officeDocument/2006/relationships/font" Target="fonts/font11.fntdata"/><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font" Target="fonts/font2.fntdata"/><Relationship Id="rId31" Type="http://schemas.openxmlformats.org/officeDocument/2006/relationships/font" Target="fonts/font14.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font" Target="fonts/font13.fntdata"/><Relationship Id="rId35" Type="http://schemas.openxmlformats.org/officeDocument/2006/relationships/font" Target="fonts/font18.fntdata"/><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7" name="Google Shape;33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g27549fe154b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3" name="Google Shape;353;g27549fe154b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g21258269c9b_0_1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4" name="Google Shape;384;g21258269c9b_0_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
        <p:cNvGrpSpPr/>
        <p:nvPr/>
      </p:nvGrpSpPr>
      <p:grpSpPr>
        <a:xfrm>
          <a:off x="0" y="0"/>
          <a:ext cx="0" cy="0"/>
          <a:chOff x="0" y="0"/>
          <a:chExt cx="0" cy="0"/>
        </a:xfrm>
      </p:grpSpPr>
      <p:sp>
        <p:nvSpPr>
          <p:cNvPr id="433" name="Google Shape;433;g11e375b9f55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4" name="Google Shape;434;g11e375b9f55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2"/>
        <p:cNvGrpSpPr/>
        <p:nvPr/>
      </p:nvGrpSpPr>
      <p:grpSpPr>
        <a:xfrm>
          <a:off x="0" y="0"/>
          <a:ext cx="0" cy="0"/>
          <a:chOff x="0" y="0"/>
          <a:chExt cx="0" cy="0"/>
        </a:xfrm>
      </p:grpSpPr>
      <p:sp>
        <p:nvSpPr>
          <p:cNvPr id="473" name="Google Shape;473;g11360713c04_0_3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4" name="Google Shape;474;g11360713c04_0_3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9"/>
        <p:cNvGrpSpPr/>
        <p:nvPr/>
      </p:nvGrpSpPr>
      <p:grpSpPr>
        <a:xfrm>
          <a:off x="0" y="0"/>
          <a:ext cx="0" cy="0"/>
          <a:chOff x="0" y="0"/>
          <a:chExt cx="0" cy="0"/>
        </a:xfrm>
      </p:grpSpPr>
      <p:sp>
        <p:nvSpPr>
          <p:cNvPr id="530" name="Google Shape;530;g2161ec02cbf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1" name="Google Shape;531;g2161ec02cbf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g21258269c9b_0_1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3" name="Google Shape;393;g21258269c9b_0_1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7"/>
        <p:cNvGrpSpPr/>
        <p:nvPr/>
      </p:nvGrpSpPr>
      <p:grpSpPr>
        <a:xfrm>
          <a:off x="0" y="0"/>
          <a:ext cx="0" cy="0"/>
          <a:chOff x="0" y="0"/>
          <a:chExt cx="0" cy="0"/>
        </a:xfrm>
      </p:grpSpPr>
      <p:sp>
        <p:nvSpPr>
          <p:cNvPr id="558" name="Google Shape;558;g1105afc42a3_1_7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9" name="Google Shape;559;g1105afc42a3_1_7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hyperlink" Target="https://bit.ly/3A1uf1Q" TargetMode="External"/><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hyperlink" Target="http://bit.ly/2TtBDfr" TargetMode="External"/><Relationship Id="rId4" Type="http://schemas.openxmlformats.org/officeDocument/2006/relationships/hyperlink" Target="http://bit.ly/2TyoMsr" TargetMode="Externa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a:blip r:embed="rId2">
            <a:alphaModFix amt="15000"/>
          </a:blip>
          <a:stretch>
            <a:fillRect/>
          </a:stretch>
        </p:blipFill>
        <p:spPr>
          <a:xfrm>
            <a:off x="0" y="0"/>
            <a:ext cx="9144000" cy="5143500"/>
          </a:xfrm>
          <a:prstGeom prst="rect">
            <a:avLst/>
          </a:prstGeom>
          <a:noFill/>
          <a:ln>
            <a:noFill/>
          </a:ln>
        </p:spPr>
      </p:pic>
      <p:sp>
        <p:nvSpPr>
          <p:cNvPr id="10" name="Google Shape;10;p2"/>
          <p:cNvSpPr txBox="1">
            <a:spLocks noGrp="1"/>
          </p:cNvSpPr>
          <p:nvPr>
            <p:ph type="ctrTitle"/>
          </p:nvPr>
        </p:nvSpPr>
        <p:spPr>
          <a:xfrm>
            <a:off x="715100" y="1012438"/>
            <a:ext cx="6251100" cy="1570800"/>
          </a:xfrm>
          <a:prstGeom prst="rect">
            <a:avLst/>
          </a:prstGeom>
        </p:spPr>
        <p:txBody>
          <a:bodyPr spcFirstLastPara="1" wrap="square" lIns="91425" tIns="91425" rIns="91425" bIns="91425" anchor="b" anchorCtr="0">
            <a:noAutofit/>
          </a:bodyPr>
          <a:lstStyle>
            <a:lvl1pPr lvl="0">
              <a:lnSpc>
                <a:spcPct val="90000"/>
              </a:lnSpc>
              <a:spcBef>
                <a:spcPts val="0"/>
              </a:spcBef>
              <a:spcAft>
                <a:spcPts val="0"/>
              </a:spcAft>
              <a:buClr>
                <a:srgbClr val="191919"/>
              </a:buClr>
              <a:buSzPts val="5200"/>
              <a:buNone/>
              <a:defRPr sz="48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1" name="Google Shape;11;p2"/>
          <p:cNvSpPr txBox="1">
            <a:spLocks noGrp="1"/>
          </p:cNvSpPr>
          <p:nvPr>
            <p:ph type="subTitle" idx="1"/>
          </p:nvPr>
        </p:nvSpPr>
        <p:spPr>
          <a:xfrm>
            <a:off x="4572000" y="3721563"/>
            <a:ext cx="3856800" cy="4095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SzPts val="1200"/>
              <a:buNone/>
              <a:defRPr sz="14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12" name="Google Shape;12;p2"/>
          <p:cNvSpPr/>
          <p:nvPr/>
        </p:nvSpPr>
        <p:spPr>
          <a:xfrm>
            <a:off x="0" y="4608500"/>
            <a:ext cx="9144000" cy="535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 name="Google Shape;13;p2"/>
          <p:cNvGrpSpPr/>
          <p:nvPr/>
        </p:nvGrpSpPr>
        <p:grpSpPr>
          <a:xfrm>
            <a:off x="8800388" y="-8450"/>
            <a:ext cx="13" cy="5152025"/>
            <a:chOff x="8800388" y="-8450"/>
            <a:chExt cx="13" cy="5152025"/>
          </a:xfrm>
        </p:grpSpPr>
        <p:cxnSp>
          <p:nvCxnSpPr>
            <p:cNvPr id="14" name="Google Shape;14;p2"/>
            <p:cNvCxnSpPr/>
            <p:nvPr/>
          </p:nvCxnSpPr>
          <p:spPr>
            <a:xfrm rot="10800000">
              <a:off x="8800400" y="-8450"/>
              <a:ext cx="0" cy="4616700"/>
            </a:xfrm>
            <a:prstGeom prst="straightConnector1">
              <a:avLst/>
            </a:prstGeom>
            <a:noFill/>
            <a:ln w="9525" cap="flat" cmpd="sng">
              <a:solidFill>
                <a:schemeClr val="dk1"/>
              </a:solidFill>
              <a:prstDash val="solid"/>
              <a:round/>
              <a:headEnd type="none" w="med" len="med"/>
              <a:tailEnd type="none" w="med" len="med"/>
            </a:ln>
          </p:spPr>
        </p:cxnSp>
        <p:cxnSp>
          <p:nvCxnSpPr>
            <p:cNvPr id="15" name="Google Shape;15;p2"/>
            <p:cNvCxnSpPr/>
            <p:nvPr/>
          </p:nvCxnSpPr>
          <p:spPr>
            <a:xfrm rot="10800000">
              <a:off x="8800388" y="4608975"/>
              <a:ext cx="0" cy="534600"/>
            </a:xfrm>
            <a:prstGeom prst="straightConnector1">
              <a:avLst/>
            </a:prstGeom>
            <a:noFill/>
            <a:ln w="9525" cap="flat" cmpd="sng">
              <a:solidFill>
                <a:schemeClr val="lt1"/>
              </a:solidFill>
              <a:prstDash val="solid"/>
              <a:round/>
              <a:headEnd type="none" w="med" len="med"/>
              <a:tailEnd type="none" w="med" len="med"/>
            </a:ln>
          </p:spPr>
        </p:cxnSp>
      </p:grpSp>
      <p:grpSp>
        <p:nvGrpSpPr>
          <p:cNvPr id="16" name="Google Shape;16;p2"/>
          <p:cNvGrpSpPr/>
          <p:nvPr/>
        </p:nvGrpSpPr>
        <p:grpSpPr>
          <a:xfrm>
            <a:off x="320975" y="4733475"/>
            <a:ext cx="394125" cy="271800"/>
            <a:chOff x="215225" y="4734875"/>
            <a:chExt cx="394125" cy="271800"/>
          </a:xfrm>
        </p:grpSpPr>
        <p:sp>
          <p:nvSpPr>
            <p:cNvPr id="17" name="Google Shape;17;p2"/>
            <p:cNvSpPr/>
            <p:nvPr/>
          </p:nvSpPr>
          <p:spPr>
            <a:xfrm>
              <a:off x="215225" y="4734875"/>
              <a:ext cx="271800" cy="2718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337550" y="4734875"/>
              <a:ext cx="271800" cy="2718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9"/>
        <p:cNvGrpSpPr/>
        <p:nvPr/>
      </p:nvGrpSpPr>
      <p:grpSpPr>
        <a:xfrm>
          <a:off x="0" y="0"/>
          <a:ext cx="0" cy="0"/>
          <a:chOff x="0" y="0"/>
          <a:chExt cx="0" cy="0"/>
        </a:xfrm>
      </p:grpSpPr>
      <p:pic>
        <p:nvPicPr>
          <p:cNvPr id="20" name="Google Shape;20;p3"/>
          <p:cNvPicPr preferRelativeResize="0"/>
          <p:nvPr/>
        </p:nvPicPr>
        <p:blipFill>
          <a:blip r:embed="rId2">
            <a:alphaModFix amt="15000"/>
          </a:blip>
          <a:stretch>
            <a:fillRect/>
          </a:stretch>
        </p:blipFill>
        <p:spPr>
          <a:xfrm>
            <a:off x="0" y="0"/>
            <a:ext cx="9144000" cy="5143500"/>
          </a:xfrm>
          <a:prstGeom prst="rect">
            <a:avLst/>
          </a:prstGeom>
          <a:noFill/>
          <a:ln>
            <a:noFill/>
          </a:ln>
        </p:spPr>
      </p:pic>
      <p:sp>
        <p:nvSpPr>
          <p:cNvPr id="21" name="Google Shape;21;p3"/>
          <p:cNvSpPr/>
          <p:nvPr/>
        </p:nvSpPr>
        <p:spPr>
          <a:xfrm>
            <a:off x="0" y="1478750"/>
            <a:ext cx="9144000" cy="3665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 name="Google Shape;22;p3"/>
          <p:cNvGrpSpPr/>
          <p:nvPr/>
        </p:nvGrpSpPr>
        <p:grpSpPr>
          <a:xfrm>
            <a:off x="320975" y="4739233"/>
            <a:ext cx="394125" cy="271800"/>
            <a:chOff x="215225" y="4734875"/>
            <a:chExt cx="394125" cy="271800"/>
          </a:xfrm>
        </p:grpSpPr>
        <p:sp>
          <p:nvSpPr>
            <p:cNvPr id="23" name="Google Shape;23;p3"/>
            <p:cNvSpPr/>
            <p:nvPr/>
          </p:nvSpPr>
          <p:spPr>
            <a:xfrm>
              <a:off x="215225" y="4734875"/>
              <a:ext cx="271800" cy="2718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p:nvPr/>
          </p:nvSpPr>
          <p:spPr>
            <a:xfrm>
              <a:off x="337550" y="4734875"/>
              <a:ext cx="271800" cy="2718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 name="Google Shape;25;p3"/>
          <p:cNvGrpSpPr/>
          <p:nvPr/>
        </p:nvGrpSpPr>
        <p:grpSpPr>
          <a:xfrm>
            <a:off x="8800950" y="-75"/>
            <a:ext cx="0" cy="5152275"/>
            <a:chOff x="8804325" y="-75"/>
            <a:chExt cx="0" cy="5152275"/>
          </a:xfrm>
        </p:grpSpPr>
        <p:cxnSp>
          <p:nvCxnSpPr>
            <p:cNvPr id="26" name="Google Shape;26;p3"/>
            <p:cNvCxnSpPr/>
            <p:nvPr/>
          </p:nvCxnSpPr>
          <p:spPr>
            <a:xfrm rot="10800000">
              <a:off x="8804325" y="1477500"/>
              <a:ext cx="0" cy="3674700"/>
            </a:xfrm>
            <a:prstGeom prst="straightConnector1">
              <a:avLst/>
            </a:prstGeom>
            <a:noFill/>
            <a:ln w="9525" cap="flat" cmpd="sng">
              <a:solidFill>
                <a:schemeClr val="lt1"/>
              </a:solidFill>
              <a:prstDash val="solid"/>
              <a:round/>
              <a:headEnd type="none" w="med" len="med"/>
              <a:tailEnd type="none" w="med" len="med"/>
            </a:ln>
          </p:spPr>
        </p:cxnSp>
        <p:cxnSp>
          <p:nvCxnSpPr>
            <p:cNvPr id="27" name="Google Shape;27;p3"/>
            <p:cNvCxnSpPr/>
            <p:nvPr/>
          </p:nvCxnSpPr>
          <p:spPr>
            <a:xfrm rot="10800000">
              <a:off x="8804325" y="-75"/>
              <a:ext cx="0" cy="1479000"/>
            </a:xfrm>
            <a:prstGeom prst="straightConnector1">
              <a:avLst/>
            </a:prstGeom>
            <a:noFill/>
            <a:ln w="9525" cap="flat" cmpd="sng">
              <a:solidFill>
                <a:schemeClr val="dk1"/>
              </a:solidFill>
              <a:prstDash val="solid"/>
              <a:round/>
              <a:headEnd type="none" w="med" len="med"/>
              <a:tailEnd type="none" w="med" len="med"/>
            </a:ln>
          </p:spPr>
        </p:cxnSp>
      </p:grpSp>
      <p:sp>
        <p:nvSpPr>
          <p:cNvPr id="28" name="Google Shape;28;p3"/>
          <p:cNvSpPr txBox="1">
            <a:spLocks noGrp="1"/>
          </p:cNvSpPr>
          <p:nvPr>
            <p:ph type="title"/>
          </p:nvPr>
        </p:nvSpPr>
        <p:spPr>
          <a:xfrm>
            <a:off x="4485400" y="1809175"/>
            <a:ext cx="3943500" cy="981600"/>
          </a:xfrm>
          <a:prstGeom prst="rect">
            <a:avLst/>
          </a:prstGeom>
        </p:spPr>
        <p:txBody>
          <a:bodyPr spcFirstLastPara="1" wrap="square" lIns="91425" tIns="91425" rIns="91425" bIns="91425" anchor="t" anchorCtr="0">
            <a:noAutofit/>
          </a:bodyPr>
          <a:lstStyle>
            <a:lvl1pPr lvl="0" algn="r" rtl="0">
              <a:spcBef>
                <a:spcPts val="0"/>
              </a:spcBef>
              <a:spcAft>
                <a:spcPts val="0"/>
              </a:spcAft>
              <a:buSzPts val="3600"/>
              <a:buNone/>
              <a:defRPr sz="5000">
                <a:solidFill>
                  <a:schemeClr val="lt1"/>
                </a:solidFill>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29" name="Google Shape;29;p3"/>
          <p:cNvSpPr txBox="1">
            <a:spLocks noGrp="1"/>
          </p:cNvSpPr>
          <p:nvPr>
            <p:ph type="title" idx="2" hasCustomPrompt="1"/>
          </p:nvPr>
        </p:nvSpPr>
        <p:spPr>
          <a:xfrm>
            <a:off x="715100" y="535000"/>
            <a:ext cx="1117500" cy="943800"/>
          </a:xfrm>
          <a:prstGeom prst="rect">
            <a:avLst/>
          </a:prstGeom>
          <a:noFill/>
        </p:spPr>
        <p:txBody>
          <a:bodyPr spcFirstLastPara="1" wrap="square" lIns="91425" tIns="91425" rIns="91425" bIns="91425" anchor="b" anchorCtr="0">
            <a:noAutofit/>
          </a:bodyPr>
          <a:lstStyle>
            <a:lvl1pPr lvl="0" rtl="0">
              <a:spcBef>
                <a:spcPts val="0"/>
              </a:spcBef>
              <a:spcAft>
                <a:spcPts val="0"/>
              </a:spcAft>
              <a:buClr>
                <a:schemeClr val="lt1"/>
              </a:buClr>
              <a:buSzPts val="6000"/>
              <a:buNone/>
              <a:defRPr sz="6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0"/>
        <p:cNvGrpSpPr/>
        <p:nvPr/>
      </p:nvGrpSpPr>
      <p:grpSpPr>
        <a:xfrm>
          <a:off x="0" y="0"/>
          <a:ext cx="0" cy="0"/>
          <a:chOff x="0" y="0"/>
          <a:chExt cx="0" cy="0"/>
        </a:xfrm>
      </p:grpSpPr>
      <p:pic>
        <p:nvPicPr>
          <p:cNvPr id="31" name="Google Shape;31;p4"/>
          <p:cNvPicPr preferRelativeResize="0"/>
          <p:nvPr/>
        </p:nvPicPr>
        <p:blipFill>
          <a:blip r:embed="rId2">
            <a:alphaModFix amt="15000"/>
          </a:blip>
          <a:stretch>
            <a:fillRect/>
          </a:stretch>
        </p:blipFill>
        <p:spPr>
          <a:xfrm>
            <a:off x="0" y="0"/>
            <a:ext cx="9144000" cy="5143500"/>
          </a:xfrm>
          <a:prstGeom prst="rect">
            <a:avLst/>
          </a:prstGeom>
          <a:noFill/>
          <a:ln>
            <a:noFill/>
          </a:ln>
        </p:spPr>
      </p:pic>
      <p:sp>
        <p:nvSpPr>
          <p:cNvPr id="32" name="Google Shape;32;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3" name="Google Shape;33;p4"/>
          <p:cNvSpPr txBox="1">
            <a:spLocks noGrp="1"/>
          </p:cNvSpPr>
          <p:nvPr>
            <p:ph type="body" idx="1"/>
          </p:nvPr>
        </p:nvSpPr>
        <p:spPr>
          <a:xfrm>
            <a:off x="720000" y="1152475"/>
            <a:ext cx="7704000" cy="34164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Char char="●"/>
              <a:defRPr/>
            </a:lvl1pPr>
            <a:lvl2pPr marL="914400" lvl="1" indent="-304800" rtl="0">
              <a:lnSpc>
                <a:spcPct val="115000"/>
              </a:lnSpc>
              <a:spcBef>
                <a:spcPts val="0"/>
              </a:spcBef>
              <a:spcAft>
                <a:spcPts val="0"/>
              </a:spcAft>
              <a:buSzPts val="1200"/>
              <a:buChar char="○"/>
              <a:defRPr/>
            </a:lvl2pPr>
            <a:lvl3pPr marL="1371600" lvl="2" indent="-304800" rtl="0">
              <a:lnSpc>
                <a:spcPct val="115000"/>
              </a:lnSpc>
              <a:spcBef>
                <a:spcPts val="0"/>
              </a:spcBef>
              <a:spcAft>
                <a:spcPts val="0"/>
              </a:spcAft>
              <a:buSzPts val="1200"/>
              <a:buChar char="■"/>
              <a:defRPr/>
            </a:lvl3pPr>
            <a:lvl4pPr marL="1828800" lvl="3" indent="-304800" rtl="0">
              <a:lnSpc>
                <a:spcPct val="115000"/>
              </a:lnSpc>
              <a:spcBef>
                <a:spcPts val="0"/>
              </a:spcBef>
              <a:spcAft>
                <a:spcPts val="0"/>
              </a:spcAft>
              <a:buSzPts val="1200"/>
              <a:buChar char="●"/>
              <a:defRPr/>
            </a:lvl4pPr>
            <a:lvl5pPr marL="2286000" lvl="4" indent="-304800" rtl="0">
              <a:lnSpc>
                <a:spcPct val="115000"/>
              </a:lnSpc>
              <a:spcBef>
                <a:spcPts val="0"/>
              </a:spcBef>
              <a:spcAft>
                <a:spcPts val="0"/>
              </a:spcAft>
              <a:buSzPts val="1200"/>
              <a:buChar char="○"/>
              <a:defRPr/>
            </a:lvl5pPr>
            <a:lvl6pPr marL="2743200" lvl="5" indent="-304800" rtl="0">
              <a:lnSpc>
                <a:spcPct val="115000"/>
              </a:lnSpc>
              <a:spcBef>
                <a:spcPts val="0"/>
              </a:spcBef>
              <a:spcAft>
                <a:spcPts val="0"/>
              </a:spcAft>
              <a:buSzPts val="1200"/>
              <a:buChar char="■"/>
              <a:defRPr/>
            </a:lvl6pPr>
            <a:lvl7pPr marL="3200400" lvl="6" indent="-304800" rtl="0">
              <a:lnSpc>
                <a:spcPct val="115000"/>
              </a:lnSpc>
              <a:spcBef>
                <a:spcPts val="0"/>
              </a:spcBef>
              <a:spcAft>
                <a:spcPts val="0"/>
              </a:spcAft>
              <a:buSzPts val="1200"/>
              <a:buChar char="●"/>
              <a:defRPr/>
            </a:lvl7pPr>
            <a:lvl8pPr marL="3657600" lvl="7" indent="-304800" rtl="0">
              <a:lnSpc>
                <a:spcPct val="115000"/>
              </a:lnSpc>
              <a:spcBef>
                <a:spcPts val="0"/>
              </a:spcBef>
              <a:spcAft>
                <a:spcPts val="0"/>
              </a:spcAft>
              <a:buSzPts val="1200"/>
              <a:buChar char="○"/>
              <a:defRPr/>
            </a:lvl8pPr>
            <a:lvl9pPr marL="4114800" lvl="8" indent="-304800" rtl="0">
              <a:lnSpc>
                <a:spcPct val="115000"/>
              </a:lnSpc>
              <a:spcBef>
                <a:spcPts val="0"/>
              </a:spcBef>
              <a:spcAft>
                <a:spcPts val="0"/>
              </a:spcAft>
              <a:buSzPts val="1200"/>
              <a:buChar char="■"/>
              <a:defRPr/>
            </a:lvl9pPr>
          </a:lstStyle>
          <a:p>
            <a:endParaRPr/>
          </a:p>
        </p:txBody>
      </p:sp>
      <p:sp>
        <p:nvSpPr>
          <p:cNvPr id="34" name="Google Shape;34;p4"/>
          <p:cNvSpPr/>
          <p:nvPr/>
        </p:nvSpPr>
        <p:spPr>
          <a:xfrm>
            <a:off x="8428900" y="75"/>
            <a:ext cx="7152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 name="Google Shape;35;p4"/>
          <p:cNvGrpSpPr/>
          <p:nvPr/>
        </p:nvGrpSpPr>
        <p:grpSpPr>
          <a:xfrm rot="5400000">
            <a:off x="8589425" y="4564550"/>
            <a:ext cx="394125" cy="271800"/>
            <a:chOff x="215225" y="4734875"/>
            <a:chExt cx="394125" cy="271800"/>
          </a:xfrm>
        </p:grpSpPr>
        <p:sp>
          <p:nvSpPr>
            <p:cNvPr id="36" name="Google Shape;36;p4"/>
            <p:cNvSpPr/>
            <p:nvPr/>
          </p:nvSpPr>
          <p:spPr>
            <a:xfrm>
              <a:off x="215225" y="4734875"/>
              <a:ext cx="271800" cy="2718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4"/>
            <p:cNvSpPr/>
            <p:nvPr/>
          </p:nvSpPr>
          <p:spPr>
            <a:xfrm>
              <a:off x="337550" y="4734875"/>
              <a:ext cx="271800" cy="2718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 name="Google Shape;38;p4"/>
          <p:cNvGrpSpPr/>
          <p:nvPr/>
        </p:nvGrpSpPr>
        <p:grpSpPr>
          <a:xfrm>
            <a:off x="0" y="-8275"/>
            <a:ext cx="9152325" cy="5153700"/>
            <a:chOff x="0" y="-8275"/>
            <a:chExt cx="9152325" cy="5153700"/>
          </a:xfrm>
        </p:grpSpPr>
        <p:cxnSp>
          <p:nvCxnSpPr>
            <p:cNvPr id="39" name="Google Shape;39;p4"/>
            <p:cNvCxnSpPr/>
            <p:nvPr/>
          </p:nvCxnSpPr>
          <p:spPr>
            <a:xfrm>
              <a:off x="0" y="251525"/>
              <a:ext cx="8445600" cy="0"/>
            </a:xfrm>
            <a:prstGeom prst="straightConnector1">
              <a:avLst/>
            </a:prstGeom>
            <a:noFill/>
            <a:ln w="9525" cap="flat" cmpd="sng">
              <a:solidFill>
                <a:schemeClr val="dk1"/>
              </a:solidFill>
              <a:prstDash val="solid"/>
              <a:round/>
              <a:headEnd type="none" w="med" len="med"/>
              <a:tailEnd type="none" w="med" len="med"/>
            </a:ln>
          </p:spPr>
        </p:cxnSp>
        <p:cxnSp>
          <p:nvCxnSpPr>
            <p:cNvPr id="40" name="Google Shape;40;p4"/>
            <p:cNvCxnSpPr/>
            <p:nvPr/>
          </p:nvCxnSpPr>
          <p:spPr>
            <a:xfrm>
              <a:off x="8428125" y="251525"/>
              <a:ext cx="724200" cy="0"/>
            </a:xfrm>
            <a:prstGeom prst="straightConnector1">
              <a:avLst/>
            </a:prstGeom>
            <a:noFill/>
            <a:ln w="9525" cap="flat" cmpd="sng">
              <a:solidFill>
                <a:schemeClr val="lt1"/>
              </a:solidFill>
              <a:prstDash val="solid"/>
              <a:round/>
              <a:headEnd type="none" w="med" len="med"/>
              <a:tailEnd type="none" w="med" len="med"/>
            </a:ln>
          </p:spPr>
        </p:cxnSp>
        <p:cxnSp>
          <p:nvCxnSpPr>
            <p:cNvPr id="41" name="Google Shape;41;p4"/>
            <p:cNvCxnSpPr/>
            <p:nvPr/>
          </p:nvCxnSpPr>
          <p:spPr>
            <a:xfrm rot="10800000">
              <a:off x="343300" y="-8275"/>
              <a:ext cx="0" cy="515370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2"/>
        <p:cNvGrpSpPr/>
        <p:nvPr/>
      </p:nvGrpSpPr>
      <p:grpSpPr>
        <a:xfrm>
          <a:off x="0" y="0"/>
          <a:ext cx="0" cy="0"/>
          <a:chOff x="0" y="0"/>
          <a:chExt cx="0" cy="0"/>
        </a:xfrm>
      </p:grpSpPr>
      <p:pic>
        <p:nvPicPr>
          <p:cNvPr id="43" name="Google Shape;43;p5"/>
          <p:cNvPicPr preferRelativeResize="0"/>
          <p:nvPr/>
        </p:nvPicPr>
        <p:blipFill>
          <a:blip r:embed="rId2">
            <a:alphaModFix amt="15000"/>
          </a:blip>
          <a:stretch>
            <a:fillRect/>
          </a:stretch>
        </p:blipFill>
        <p:spPr>
          <a:xfrm>
            <a:off x="0" y="0"/>
            <a:ext cx="9144000" cy="5143500"/>
          </a:xfrm>
          <a:prstGeom prst="rect">
            <a:avLst/>
          </a:prstGeom>
          <a:noFill/>
          <a:ln>
            <a:noFill/>
          </a:ln>
        </p:spPr>
      </p:pic>
      <p:sp>
        <p:nvSpPr>
          <p:cNvPr id="44" name="Google Shape;44;p5"/>
          <p:cNvSpPr/>
          <p:nvPr/>
        </p:nvSpPr>
        <p:spPr>
          <a:xfrm flipH="1">
            <a:off x="1926" y="75"/>
            <a:ext cx="7152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5" name="Google Shape;45;p5"/>
          <p:cNvGrpSpPr/>
          <p:nvPr/>
        </p:nvGrpSpPr>
        <p:grpSpPr>
          <a:xfrm rot="-5400000" flipH="1">
            <a:off x="162316" y="2435865"/>
            <a:ext cx="394125" cy="271746"/>
            <a:chOff x="215225" y="4734875"/>
            <a:chExt cx="394125" cy="271800"/>
          </a:xfrm>
        </p:grpSpPr>
        <p:sp>
          <p:nvSpPr>
            <p:cNvPr id="46" name="Google Shape;46;p5"/>
            <p:cNvSpPr/>
            <p:nvPr/>
          </p:nvSpPr>
          <p:spPr>
            <a:xfrm>
              <a:off x="215225" y="4734875"/>
              <a:ext cx="271800" cy="2718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5"/>
            <p:cNvSpPr/>
            <p:nvPr/>
          </p:nvSpPr>
          <p:spPr>
            <a:xfrm>
              <a:off x="337550" y="4734875"/>
              <a:ext cx="271800" cy="2718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 name="Google Shape;48;p5"/>
          <p:cNvGrpSpPr/>
          <p:nvPr/>
        </p:nvGrpSpPr>
        <p:grpSpPr>
          <a:xfrm>
            <a:off x="973" y="-8375"/>
            <a:ext cx="9143739" cy="5152800"/>
            <a:chOff x="973" y="-8375"/>
            <a:chExt cx="9143739" cy="5152800"/>
          </a:xfrm>
        </p:grpSpPr>
        <p:cxnSp>
          <p:nvCxnSpPr>
            <p:cNvPr id="49" name="Google Shape;49;p5"/>
            <p:cNvCxnSpPr/>
            <p:nvPr/>
          </p:nvCxnSpPr>
          <p:spPr>
            <a:xfrm rot="10800000">
              <a:off x="700912" y="4890750"/>
              <a:ext cx="8443800" cy="0"/>
            </a:xfrm>
            <a:prstGeom prst="straightConnector1">
              <a:avLst/>
            </a:prstGeom>
            <a:noFill/>
            <a:ln w="9525" cap="flat" cmpd="sng">
              <a:solidFill>
                <a:schemeClr val="dk1"/>
              </a:solidFill>
              <a:prstDash val="solid"/>
              <a:round/>
              <a:headEnd type="none" w="med" len="med"/>
              <a:tailEnd type="none" w="med" len="med"/>
            </a:ln>
          </p:spPr>
        </p:cxnSp>
        <p:cxnSp>
          <p:nvCxnSpPr>
            <p:cNvPr id="50" name="Google Shape;50;p5"/>
            <p:cNvCxnSpPr/>
            <p:nvPr/>
          </p:nvCxnSpPr>
          <p:spPr>
            <a:xfrm rot="10800000">
              <a:off x="973" y="4890750"/>
              <a:ext cx="717300" cy="0"/>
            </a:xfrm>
            <a:prstGeom prst="straightConnector1">
              <a:avLst/>
            </a:prstGeom>
            <a:noFill/>
            <a:ln w="9525" cap="flat" cmpd="sng">
              <a:solidFill>
                <a:schemeClr val="lt1"/>
              </a:solidFill>
              <a:prstDash val="solid"/>
              <a:round/>
              <a:headEnd type="none" w="med" len="med"/>
              <a:tailEnd type="none" w="med" len="med"/>
            </a:ln>
          </p:spPr>
        </p:cxnSp>
        <p:cxnSp>
          <p:nvCxnSpPr>
            <p:cNvPr id="51" name="Google Shape;51;p5"/>
            <p:cNvCxnSpPr/>
            <p:nvPr/>
          </p:nvCxnSpPr>
          <p:spPr>
            <a:xfrm rot="10800000">
              <a:off x="8800950" y="-8375"/>
              <a:ext cx="0" cy="5152800"/>
            </a:xfrm>
            <a:prstGeom prst="straightConnector1">
              <a:avLst/>
            </a:prstGeom>
            <a:noFill/>
            <a:ln w="9525" cap="flat" cmpd="sng">
              <a:solidFill>
                <a:schemeClr val="dk1"/>
              </a:solidFill>
              <a:prstDash val="solid"/>
              <a:round/>
              <a:headEnd type="none" w="med" len="med"/>
              <a:tailEnd type="none" w="med" len="med"/>
            </a:ln>
          </p:spPr>
        </p:cxnSp>
      </p:grpSp>
      <p:sp>
        <p:nvSpPr>
          <p:cNvPr id="52" name="Google Shape;52;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53" name="Google Shape;53;p5"/>
          <p:cNvSpPr txBox="1">
            <a:spLocks noGrp="1"/>
          </p:cNvSpPr>
          <p:nvPr>
            <p:ph type="subTitle" idx="1"/>
          </p:nvPr>
        </p:nvSpPr>
        <p:spPr>
          <a:xfrm>
            <a:off x="4923250" y="2421751"/>
            <a:ext cx="2505600" cy="1506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54" name="Google Shape;54;p5"/>
          <p:cNvSpPr txBox="1">
            <a:spLocks noGrp="1"/>
          </p:cNvSpPr>
          <p:nvPr>
            <p:ph type="subTitle" idx="2"/>
          </p:nvPr>
        </p:nvSpPr>
        <p:spPr>
          <a:xfrm>
            <a:off x="1715375" y="2421750"/>
            <a:ext cx="2505600" cy="1506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55" name="Google Shape;55;p5"/>
          <p:cNvSpPr txBox="1">
            <a:spLocks noGrp="1"/>
          </p:cNvSpPr>
          <p:nvPr>
            <p:ph type="subTitle" idx="3"/>
          </p:nvPr>
        </p:nvSpPr>
        <p:spPr>
          <a:xfrm>
            <a:off x="1715375" y="1771890"/>
            <a:ext cx="2505600" cy="558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dk1"/>
                </a:solidFill>
                <a:latin typeface="DM Serif Text"/>
                <a:ea typeface="DM Serif Text"/>
                <a:cs typeface="DM Serif Text"/>
                <a:sym typeface="DM Serif Text"/>
              </a:defRPr>
            </a:lvl1pPr>
            <a:lvl2pPr lvl="1" algn="ctr" rtl="0">
              <a:lnSpc>
                <a:spcPct val="100000"/>
              </a:lnSpc>
              <a:spcBef>
                <a:spcPts val="0"/>
              </a:spcBef>
              <a:spcAft>
                <a:spcPts val="0"/>
              </a:spcAft>
              <a:buSzPts val="2400"/>
              <a:buFont typeface="Raleway"/>
              <a:buNone/>
              <a:defRPr sz="2400">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a:p>
        </p:txBody>
      </p:sp>
      <p:sp>
        <p:nvSpPr>
          <p:cNvPr id="56" name="Google Shape;56;p5"/>
          <p:cNvSpPr txBox="1">
            <a:spLocks noGrp="1"/>
          </p:cNvSpPr>
          <p:nvPr>
            <p:ph type="subTitle" idx="4"/>
          </p:nvPr>
        </p:nvSpPr>
        <p:spPr>
          <a:xfrm>
            <a:off x="4923250" y="1771900"/>
            <a:ext cx="2505600" cy="558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dk1"/>
                </a:solidFill>
                <a:latin typeface="DM Serif Text"/>
                <a:ea typeface="DM Serif Text"/>
                <a:cs typeface="DM Serif Text"/>
                <a:sym typeface="DM Serif Text"/>
              </a:defRPr>
            </a:lvl1pPr>
            <a:lvl2pPr lvl="1" algn="ctr" rtl="0">
              <a:lnSpc>
                <a:spcPct val="100000"/>
              </a:lnSpc>
              <a:spcBef>
                <a:spcPts val="0"/>
              </a:spcBef>
              <a:spcAft>
                <a:spcPts val="0"/>
              </a:spcAft>
              <a:buSzPts val="2400"/>
              <a:buFont typeface="Raleway"/>
              <a:buNone/>
              <a:defRPr sz="2400">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7"/>
        <p:cNvGrpSpPr/>
        <p:nvPr/>
      </p:nvGrpSpPr>
      <p:grpSpPr>
        <a:xfrm>
          <a:off x="0" y="0"/>
          <a:ext cx="0" cy="0"/>
          <a:chOff x="0" y="0"/>
          <a:chExt cx="0" cy="0"/>
        </a:xfrm>
      </p:grpSpPr>
      <p:pic>
        <p:nvPicPr>
          <p:cNvPr id="58" name="Google Shape;58;p6"/>
          <p:cNvPicPr preferRelativeResize="0"/>
          <p:nvPr/>
        </p:nvPicPr>
        <p:blipFill>
          <a:blip r:embed="rId2">
            <a:alphaModFix amt="15000"/>
          </a:blip>
          <a:stretch>
            <a:fillRect/>
          </a:stretch>
        </p:blipFill>
        <p:spPr>
          <a:xfrm>
            <a:off x="0" y="0"/>
            <a:ext cx="9144000" cy="5143500"/>
          </a:xfrm>
          <a:prstGeom prst="rect">
            <a:avLst/>
          </a:prstGeom>
          <a:noFill/>
          <a:ln>
            <a:noFill/>
          </a:ln>
        </p:spPr>
      </p:pic>
      <p:sp>
        <p:nvSpPr>
          <p:cNvPr id="59" name="Google Shape;59;p6"/>
          <p:cNvSpPr/>
          <p:nvPr/>
        </p:nvSpPr>
        <p:spPr>
          <a:xfrm>
            <a:off x="-125" y="-11925"/>
            <a:ext cx="9144000" cy="546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0" name="Google Shape;60;p6"/>
          <p:cNvGrpSpPr/>
          <p:nvPr/>
        </p:nvGrpSpPr>
        <p:grpSpPr>
          <a:xfrm>
            <a:off x="0" y="-14925"/>
            <a:ext cx="9151800" cy="5158500"/>
            <a:chOff x="0" y="-14925"/>
            <a:chExt cx="9151800" cy="5158500"/>
          </a:xfrm>
        </p:grpSpPr>
        <p:cxnSp>
          <p:nvCxnSpPr>
            <p:cNvPr id="61" name="Google Shape;61;p6"/>
            <p:cNvCxnSpPr/>
            <p:nvPr/>
          </p:nvCxnSpPr>
          <p:spPr>
            <a:xfrm>
              <a:off x="0" y="4897525"/>
              <a:ext cx="9151800" cy="0"/>
            </a:xfrm>
            <a:prstGeom prst="straightConnector1">
              <a:avLst/>
            </a:prstGeom>
            <a:noFill/>
            <a:ln w="9525" cap="flat" cmpd="sng">
              <a:solidFill>
                <a:schemeClr val="dk1"/>
              </a:solidFill>
              <a:prstDash val="solid"/>
              <a:round/>
              <a:headEnd type="none" w="med" len="med"/>
              <a:tailEnd type="none" w="med" len="med"/>
            </a:ln>
          </p:spPr>
        </p:cxnSp>
        <p:cxnSp>
          <p:nvCxnSpPr>
            <p:cNvPr id="62" name="Google Shape;62;p6"/>
            <p:cNvCxnSpPr/>
            <p:nvPr/>
          </p:nvCxnSpPr>
          <p:spPr>
            <a:xfrm rot="10800000">
              <a:off x="343050" y="533475"/>
              <a:ext cx="0" cy="4610100"/>
            </a:xfrm>
            <a:prstGeom prst="straightConnector1">
              <a:avLst/>
            </a:prstGeom>
            <a:noFill/>
            <a:ln w="9525" cap="flat" cmpd="sng">
              <a:solidFill>
                <a:schemeClr val="dk1"/>
              </a:solidFill>
              <a:prstDash val="solid"/>
              <a:round/>
              <a:headEnd type="none" w="med" len="med"/>
              <a:tailEnd type="none" w="med" len="med"/>
            </a:ln>
          </p:spPr>
        </p:cxnSp>
        <p:cxnSp>
          <p:nvCxnSpPr>
            <p:cNvPr id="63" name="Google Shape;63;p6"/>
            <p:cNvCxnSpPr/>
            <p:nvPr/>
          </p:nvCxnSpPr>
          <p:spPr>
            <a:xfrm rot="10800000">
              <a:off x="343050" y="-14925"/>
              <a:ext cx="0" cy="549300"/>
            </a:xfrm>
            <a:prstGeom prst="straightConnector1">
              <a:avLst/>
            </a:prstGeom>
            <a:noFill/>
            <a:ln w="9525" cap="flat" cmpd="sng">
              <a:solidFill>
                <a:schemeClr val="lt1"/>
              </a:solidFill>
              <a:prstDash val="solid"/>
              <a:round/>
              <a:headEnd type="none" w="med" len="med"/>
              <a:tailEnd type="none" w="med" len="med"/>
            </a:ln>
          </p:spPr>
        </p:cxnSp>
      </p:grpSp>
      <p:grpSp>
        <p:nvGrpSpPr>
          <p:cNvPr id="64" name="Google Shape;64;p6"/>
          <p:cNvGrpSpPr/>
          <p:nvPr/>
        </p:nvGrpSpPr>
        <p:grpSpPr>
          <a:xfrm>
            <a:off x="8603888" y="123825"/>
            <a:ext cx="394125" cy="271800"/>
            <a:chOff x="215225" y="4734875"/>
            <a:chExt cx="394125" cy="271800"/>
          </a:xfrm>
        </p:grpSpPr>
        <p:sp>
          <p:nvSpPr>
            <p:cNvPr id="65" name="Google Shape;65;p6"/>
            <p:cNvSpPr/>
            <p:nvPr/>
          </p:nvSpPr>
          <p:spPr>
            <a:xfrm>
              <a:off x="215225" y="4734875"/>
              <a:ext cx="271800" cy="2718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6"/>
            <p:cNvSpPr/>
            <p:nvPr/>
          </p:nvSpPr>
          <p:spPr>
            <a:xfrm>
              <a:off x="337550" y="4734875"/>
              <a:ext cx="271800" cy="2718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7" name="Google Shape;67;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68"/>
        <p:cNvGrpSpPr/>
        <p:nvPr/>
      </p:nvGrpSpPr>
      <p:grpSpPr>
        <a:xfrm>
          <a:off x="0" y="0"/>
          <a:ext cx="0" cy="0"/>
          <a:chOff x="0" y="0"/>
          <a:chExt cx="0" cy="0"/>
        </a:xfrm>
      </p:grpSpPr>
      <p:pic>
        <p:nvPicPr>
          <p:cNvPr id="69" name="Google Shape;69;p7"/>
          <p:cNvPicPr preferRelativeResize="0"/>
          <p:nvPr/>
        </p:nvPicPr>
        <p:blipFill>
          <a:blip r:embed="rId2">
            <a:alphaModFix amt="15000"/>
          </a:blip>
          <a:stretch>
            <a:fillRect/>
          </a:stretch>
        </p:blipFill>
        <p:spPr>
          <a:xfrm>
            <a:off x="0" y="0"/>
            <a:ext cx="9144000" cy="5143500"/>
          </a:xfrm>
          <a:prstGeom prst="rect">
            <a:avLst/>
          </a:prstGeom>
          <a:noFill/>
          <a:ln>
            <a:noFill/>
          </a:ln>
        </p:spPr>
      </p:pic>
      <p:sp>
        <p:nvSpPr>
          <p:cNvPr id="70" name="Google Shape;70;p7"/>
          <p:cNvSpPr txBox="1">
            <a:spLocks noGrp="1"/>
          </p:cNvSpPr>
          <p:nvPr>
            <p:ph type="title"/>
          </p:nvPr>
        </p:nvSpPr>
        <p:spPr>
          <a:xfrm>
            <a:off x="720000" y="1042800"/>
            <a:ext cx="3852000" cy="5727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71" name="Google Shape;71;p7"/>
          <p:cNvSpPr txBox="1">
            <a:spLocks noGrp="1"/>
          </p:cNvSpPr>
          <p:nvPr>
            <p:ph type="body" idx="1"/>
          </p:nvPr>
        </p:nvSpPr>
        <p:spPr>
          <a:xfrm>
            <a:off x="720000" y="1615500"/>
            <a:ext cx="3852000" cy="24852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lnSpc>
                <a:spcPct val="115000"/>
              </a:lnSpc>
              <a:spcBef>
                <a:spcPts val="0"/>
              </a:spcBef>
              <a:spcAft>
                <a:spcPts val="0"/>
              </a:spcAft>
              <a:buSzPts val="1200"/>
              <a:buChar char="○"/>
              <a:defRPr/>
            </a:lvl2pPr>
            <a:lvl3pPr marL="1371600" lvl="2" indent="-304800" rtl="0">
              <a:lnSpc>
                <a:spcPct val="115000"/>
              </a:lnSpc>
              <a:spcBef>
                <a:spcPts val="0"/>
              </a:spcBef>
              <a:spcAft>
                <a:spcPts val="0"/>
              </a:spcAft>
              <a:buSzPts val="1200"/>
              <a:buChar char="■"/>
              <a:defRPr/>
            </a:lvl3pPr>
            <a:lvl4pPr marL="1828800" lvl="3" indent="-304800" rtl="0">
              <a:lnSpc>
                <a:spcPct val="115000"/>
              </a:lnSpc>
              <a:spcBef>
                <a:spcPts val="0"/>
              </a:spcBef>
              <a:spcAft>
                <a:spcPts val="0"/>
              </a:spcAft>
              <a:buSzPts val="1200"/>
              <a:buChar char="●"/>
              <a:defRPr/>
            </a:lvl4pPr>
            <a:lvl5pPr marL="2286000" lvl="4" indent="-304800" rtl="0">
              <a:lnSpc>
                <a:spcPct val="115000"/>
              </a:lnSpc>
              <a:spcBef>
                <a:spcPts val="0"/>
              </a:spcBef>
              <a:spcAft>
                <a:spcPts val="0"/>
              </a:spcAft>
              <a:buSzPts val="1200"/>
              <a:buChar char="○"/>
              <a:defRPr/>
            </a:lvl5pPr>
            <a:lvl6pPr marL="2743200" lvl="5" indent="-304800" rtl="0">
              <a:lnSpc>
                <a:spcPct val="115000"/>
              </a:lnSpc>
              <a:spcBef>
                <a:spcPts val="0"/>
              </a:spcBef>
              <a:spcAft>
                <a:spcPts val="0"/>
              </a:spcAft>
              <a:buSzPts val="1200"/>
              <a:buChar char="■"/>
              <a:defRPr/>
            </a:lvl6pPr>
            <a:lvl7pPr marL="3200400" lvl="6" indent="-304800" rtl="0">
              <a:lnSpc>
                <a:spcPct val="115000"/>
              </a:lnSpc>
              <a:spcBef>
                <a:spcPts val="0"/>
              </a:spcBef>
              <a:spcAft>
                <a:spcPts val="0"/>
              </a:spcAft>
              <a:buSzPts val="1200"/>
              <a:buChar char="●"/>
              <a:defRPr/>
            </a:lvl7pPr>
            <a:lvl8pPr marL="3657600" lvl="7" indent="-304800" rtl="0">
              <a:lnSpc>
                <a:spcPct val="115000"/>
              </a:lnSpc>
              <a:spcBef>
                <a:spcPts val="0"/>
              </a:spcBef>
              <a:spcAft>
                <a:spcPts val="0"/>
              </a:spcAft>
              <a:buSzPts val="1200"/>
              <a:buChar char="○"/>
              <a:defRPr/>
            </a:lvl8pPr>
            <a:lvl9pPr marL="4114800" lvl="8" indent="-304800" rtl="0">
              <a:lnSpc>
                <a:spcPct val="115000"/>
              </a:lnSpc>
              <a:spcBef>
                <a:spcPts val="0"/>
              </a:spcBef>
              <a:spcAft>
                <a:spcPts val="0"/>
              </a:spcAft>
              <a:buSzPts val="1200"/>
              <a:buChar char="■"/>
              <a:defRPr/>
            </a:lvl9pPr>
          </a:lstStyle>
          <a:p>
            <a:endParaRPr/>
          </a:p>
        </p:txBody>
      </p:sp>
      <p:sp>
        <p:nvSpPr>
          <p:cNvPr id="72" name="Google Shape;72;p7"/>
          <p:cNvSpPr>
            <a:spLocks noGrp="1"/>
          </p:cNvSpPr>
          <p:nvPr>
            <p:ph type="pic" idx="2"/>
          </p:nvPr>
        </p:nvSpPr>
        <p:spPr>
          <a:xfrm>
            <a:off x="5304925" y="681375"/>
            <a:ext cx="3123900" cy="3780600"/>
          </a:xfrm>
          <a:prstGeom prst="rect">
            <a:avLst/>
          </a:prstGeom>
          <a:noFill/>
          <a:ln>
            <a:noFill/>
          </a:ln>
        </p:spPr>
      </p:sp>
      <p:sp>
        <p:nvSpPr>
          <p:cNvPr id="73" name="Google Shape;73;p7"/>
          <p:cNvSpPr/>
          <p:nvPr/>
        </p:nvSpPr>
        <p:spPr>
          <a:xfrm>
            <a:off x="0" y="4608500"/>
            <a:ext cx="9144000" cy="535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4" name="Google Shape;74;p7"/>
          <p:cNvGrpSpPr/>
          <p:nvPr/>
        </p:nvGrpSpPr>
        <p:grpSpPr>
          <a:xfrm>
            <a:off x="4374925" y="4740200"/>
            <a:ext cx="394125" cy="271800"/>
            <a:chOff x="215225" y="4734875"/>
            <a:chExt cx="394125" cy="271800"/>
          </a:xfrm>
        </p:grpSpPr>
        <p:sp>
          <p:nvSpPr>
            <p:cNvPr id="75" name="Google Shape;75;p7"/>
            <p:cNvSpPr/>
            <p:nvPr/>
          </p:nvSpPr>
          <p:spPr>
            <a:xfrm>
              <a:off x="215225" y="4734875"/>
              <a:ext cx="271800" cy="2718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7"/>
            <p:cNvSpPr/>
            <p:nvPr/>
          </p:nvSpPr>
          <p:spPr>
            <a:xfrm>
              <a:off x="337550" y="4734875"/>
              <a:ext cx="271800" cy="2718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 name="Google Shape;77;p7"/>
          <p:cNvGrpSpPr/>
          <p:nvPr/>
        </p:nvGrpSpPr>
        <p:grpSpPr>
          <a:xfrm>
            <a:off x="-6303" y="-673"/>
            <a:ext cx="9170700" cy="5161600"/>
            <a:chOff x="-6303" y="-673"/>
            <a:chExt cx="9170700" cy="5161600"/>
          </a:xfrm>
        </p:grpSpPr>
        <p:grpSp>
          <p:nvGrpSpPr>
            <p:cNvPr id="78" name="Google Shape;78;p7"/>
            <p:cNvGrpSpPr/>
            <p:nvPr/>
          </p:nvGrpSpPr>
          <p:grpSpPr>
            <a:xfrm>
              <a:off x="8800938" y="-673"/>
              <a:ext cx="13" cy="5161600"/>
              <a:chOff x="8800938" y="-18025"/>
              <a:chExt cx="13" cy="5161600"/>
            </a:xfrm>
          </p:grpSpPr>
          <p:cxnSp>
            <p:nvCxnSpPr>
              <p:cNvPr id="79" name="Google Shape;79;p7"/>
              <p:cNvCxnSpPr/>
              <p:nvPr/>
            </p:nvCxnSpPr>
            <p:spPr>
              <a:xfrm rot="10800000">
                <a:off x="8800950" y="-18025"/>
                <a:ext cx="0" cy="4615200"/>
              </a:xfrm>
              <a:prstGeom prst="straightConnector1">
                <a:avLst/>
              </a:prstGeom>
              <a:noFill/>
              <a:ln w="9525" cap="flat" cmpd="sng">
                <a:solidFill>
                  <a:schemeClr val="dk1"/>
                </a:solidFill>
                <a:prstDash val="solid"/>
                <a:round/>
                <a:headEnd type="none" w="med" len="med"/>
                <a:tailEnd type="none" w="med" len="med"/>
              </a:ln>
            </p:spPr>
          </p:cxnSp>
          <p:cxnSp>
            <p:nvCxnSpPr>
              <p:cNvPr id="80" name="Google Shape;80;p7"/>
              <p:cNvCxnSpPr/>
              <p:nvPr/>
            </p:nvCxnSpPr>
            <p:spPr>
              <a:xfrm rot="10800000">
                <a:off x="8800938" y="4590975"/>
                <a:ext cx="0" cy="552600"/>
              </a:xfrm>
              <a:prstGeom prst="straightConnector1">
                <a:avLst/>
              </a:prstGeom>
              <a:noFill/>
              <a:ln w="9525" cap="flat" cmpd="sng">
                <a:solidFill>
                  <a:schemeClr val="lt1"/>
                </a:solidFill>
                <a:prstDash val="solid"/>
                <a:round/>
                <a:headEnd type="none" w="med" len="med"/>
                <a:tailEnd type="none" w="med" len="med"/>
              </a:ln>
            </p:spPr>
          </p:cxnSp>
        </p:grpSp>
        <p:cxnSp>
          <p:nvCxnSpPr>
            <p:cNvPr id="81" name="Google Shape;81;p7"/>
            <p:cNvCxnSpPr/>
            <p:nvPr/>
          </p:nvCxnSpPr>
          <p:spPr>
            <a:xfrm>
              <a:off x="-6303" y="251525"/>
              <a:ext cx="9170700" cy="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82"/>
        <p:cNvGrpSpPr/>
        <p:nvPr/>
      </p:nvGrpSpPr>
      <p:grpSpPr>
        <a:xfrm>
          <a:off x="0" y="0"/>
          <a:ext cx="0" cy="0"/>
          <a:chOff x="0" y="0"/>
          <a:chExt cx="0" cy="0"/>
        </a:xfrm>
      </p:grpSpPr>
      <p:pic>
        <p:nvPicPr>
          <p:cNvPr id="83" name="Google Shape;83;p8"/>
          <p:cNvPicPr preferRelativeResize="0"/>
          <p:nvPr/>
        </p:nvPicPr>
        <p:blipFill>
          <a:blip r:embed="rId2">
            <a:alphaModFix amt="15000"/>
          </a:blip>
          <a:stretch>
            <a:fillRect/>
          </a:stretch>
        </p:blipFill>
        <p:spPr>
          <a:xfrm>
            <a:off x="0" y="0"/>
            <a:ext cx="9144000" cy="5143500"/>
          </a:xfrm>
          <a:prstGeom prst="rect">
            <a:avLst/>
          </a:prstGeom>
          <a:noFill/>
          <a:ln>
            <a:noFill/>
          </a:ln>
        </p:spPr>
      </p:pic>
      <p:sp>
        <p:nvSpPr>
          <p:cNvPr id="84" name="Google Shape;84;p8"/>
          <p:cNvSpPr txBox="1">
            <a:spLocks noGrp="1"/>
          </p:cNvSpPr>
          <p:nvPr>
            <p:ph type="title"/>
          </p:nvPr>
        </p:nvSpPr>
        <p:spPr>
          <a:xfrm>
            <a:off x="2724150" y="1307100"/>
            <a:ext cx="3695700" cy="2529300"/>
          </a:xfrm>
          <a:prstGeom prst="rect">
            <a:avLst/>
          </a:prstGeom>
        </p:spPr>
        <p:txBody>
          <a:bodyPr spcFirstLastPara="1" wrap="square" lIns="91425" tIns="91425" rIns="91425" bIns="91425" anchor="ctr" anchorCtr="0">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sp>
        <p:nvSpPr>
          <p:cNvPr id="85" name="Google Shape;85;p8"/>
          <p:cNvSpPr/>
          <p:nvPr/>
        </p:nvSpPr>
        <p:spPr>
          <a:xfrm flipH="1">
            <a:off x="1926" y="75"/>
            <a:ext cx="7152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6" name="Google Shape;86;p8"/>
          <p:cNvGrpSpPr/>
          <p:nvPr/>
        </p:nvGrpSpPr>
        <p:grpSpPr>
          <a:xfrm rot="-5400000" flipH="1">
            <a:off x="162316" y="2435865"/>
            <a:ext cx="394125" cy="271746"/>
            <a:chOff x="215225" y="4734875"/>
            <a:chExt cx="394125" cy="271800"/>
          </a:xfrm>
        </p:grpSpPr>
        <p:sp>
          <p:nvSpPr>
            <p:cNvPr id="87" name="Google Shape;87;p8"/>
            <p:cNvSpPr/>
            <p:nvPr/>
          </p:nvSpPr>
          <p:spPr>
            <a:xfrm>
              <a:off x="215225" y="4734875"/>
              <a:ext cx="271800" cy="2718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8"/>
            <p:cNvSpPr/>
            <p:nvPr/>
          </p:nvSpPr>
          <p:spPr>
            <a:xfrm>
              <a:off x="337550" y="4734875"/>
              <a:ext cx="271800" cy="2718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 name="Google Shape;89;p8"/>
          <p:cNvGrpSpPr/>
          <p:nvPr/>
        </p:nvGrpSpPr>
        <p:grpSpPr>
          <a:xfrm>
            <a:off x="973" y="-8375"/>
            <a:ext cx="9143739" cy="5152800"/>
            <a:chOff x="973" y="-8375"/>
            <a:chExt cx="9143739" cy="5152800"/>
          </a:xfrm>
        </p:grpSpPr>
        <p:cxnSp>
          <p:nvCxnSpPr>
            <p:cNvPr id="90" name="Google Shape;90;p8"/>
            <p:cNvCxnSpPr/>
            <p:nvPr/>
          </p:nvCxnSpPr>
          <p:spPr>
            <a:xfrm rot="10800000">
              <a:off x="700912" y="4890750"/>
              <a:ext cx="8443800" cy="0"/>
            </a:xfrm>
            <a:prstGeom prst="straightConnector1">
              <a:avLst/>
            </a:prstGeom>
            <a:noFill/>
            <a:ln w="9525" cap="flat" cmpd="sng">
              <a:solidFill>
                <a:schemeClr val="dk1"/>
              </a:solidFill>
              <a:prstDash val="solid"/>
              <a:round/>
              <a:headEnd type="none" w="med" len="med"/>
              <a:tailEnd type="none" w="med" len="med"/>
            </a:ln>
          </p:spPr>
        </p:cxnSp>
        <p:cxnSp>
          <p:nvCxnSpPr>
            <p:cNvPr id="91" name="Google Shape;91;p8"/>
            <p:cNvCxnSpPr/>
            <p:nvPr/>
          </p:nvCxnSpPr>
          <p:spPr>
            <a:xfrm rot="10800000">
              <a:off x="973" y="4890750"/>
              <a:ext cx="717300" cy="0"/>
            </a:xfrm>
            <a:prstGeom prst="straightConnector1">
              <a:avLst/>
            </a:prstGeom>
            <a:noFill/>
            <a:ln w="9525" cap="flat" cmpd="sng">
              <a:solidFill>
                <a:schemeClr val="lt1"/>
              </a:solidFill>
              <a:prstDash val="solid"/>
              <a:round/>
              <a:headEnd type="none" w="med" len="med"/>
              <a:tailEnd type="none" w="med" len="med"/>
            </a:ln>
          </p:spPr>
        </p:cxnSp>
        <p:cxnSp>
          <p:nvCxnSpPr>
            <p:cNvPr id="92" name="Google Shape;92;p8"/>
            <p:cNvCxnSpPr/>
            <p:nvPr/>
          </p:nvCxnSpPr>
          <p:spPr>
            <a:xfrm rot="10800000">
              <a:off x="8800950" y="-8375"/>
              <a:ext cx="0" cy="515280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93"/>
        <p:cNvGrpSpPr/>
        <p:nvPr/>
      </p:nvGrpSpPr>
      <p:grpSpPr>
        <a:xfrm>
          <a:off x="0" y="0"/>
          <a:ext cx="0" cy="0"/>
          <a:chOff x="0" y="0"/>
          <a:chExt cx="0" cy="0"/>
        </a:xfrm>
      </p:grpSpPr>
      <p:pic>
        <p:nvPicPr>
          <p:cNvPr id="94" name="Google Shape;94;p9"/>
          <p:cNvPicPr preferRelativeResize="0"/>
          <p:nvPr/>
        </p:nvPicPr>
        <p:blipFill>
          <a:blip r:embed="rId2">
            <a:alphaModFix amt="15000"/>
          </a:blip>
          <a:stretch>
            <a:fillRect/>
          </a:stretch>
        </p:blipFill>
        <p:spPr>
          <a:xfrm>
            <a:off x="0" y="0"/>
            <a:ext cx="9144000" cy="5143500"/>
          </a:xfrm>
          <a:prstGeom prst="rect">
            <a:avLst/>
          </a:prstGeom>
          <a:noFill/>
          <a:ln>
            <a:noFill/>
          </a:ln>
        </p:spPr>
      </p:pic>
      <p:sp>
        <p:nvSpPr>
          <p:cNvPr id="95" name="Google Shape;95;p9"/>
          <p:cNvSpPr txBox="1">
            <a:spLocks noGrp="1"/>
          </p:cNvSpPr>
          <p:nvPr>
            <p:ph type="title"/>
          </p:nvPr>
        </p:nvSpPr>
        <p:spPr>
          <a:xfrm>
            <a:off x="2201850" y="1584874"/>
            <a:ext cx="4740300" cy="841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4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96" name="Google Shape;96;p9"/>
          <p:cNvSpPr txBox="1">
            <a:spLocks noGrp="1"/>
          </p:cNvSpPr>
          <p:nvPr>
            <p:ph type="subTitle" idx="1"/>
          </p:nvPr>
        </p:nvSpPr>
        <p:spPr>
          <a:xfrm>
            <a:off x="2201925" y="2427926"/>
            <a:ext cx="4740300" cy="1130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97" name="Google Shape;97;p9"/>
          <p:cNvSpPr/>
          <p:nvPr/>
        </p:nvSpPr>
        <p:spPr>
          <a:xfrm>
            <a:off x="-125" y="-11925"/>
            <a:ext cx="9144000" cy="546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8" name="Google Shape;98;p9"/>
          <p:cNvGrpSpPr/>
          <p:nvPr/>
        </p:nvGrpSpPr>
        <p:grpSpPr>
          <a:xfrm>
            <a:off x="4374800" y="123825"/>
            <a:ext cx="394125" cy="271800"/>
            <a:chOff x="215225" y="4734875"/>
            <a:chExt cx="394125" cy="271800"/>
          </a:xfrm>
        </p:grpSpPr>
        <p:sp>
          <p:nvSpPr>
            <p:cNvPr id="99" name="Google Shape;99;p9"/>
            <p:cNvSpPr/>
            <p:nvPr/>
          </p:nvSpPr>
          <p:spPr>
            <a:xfrm>
              <a:off x="215225" y="4734875"/>
              <a:ext cx="271800" cy="2718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9"/>
            <p:cNvSpPr/>
            <p:nvPr/>
          </p:nvSpPr>
          <p:spPr>
            <a:xfrm>
              <a:off x="337550" y="4734875"/>
              <a:ext cx="271800" cy="2718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1" name="Google Shape;101;p9"/>
          <p:cNvGrpSpPr/>
          <p:nvPr/>
        </p:nvGrpSpPr>
        <p:grpSpPr>
          <a:xfrm>
            <a:off x="0" y="-11550"/>
            <a:ext cx="9151800" cy="5156975"/>
            <a:chOff x="0" y="-11550"/>
            <a:chExt cx="9151800" cy="5156975"/>
          </a:xfrm>
        </p:grpSpPr>
        <p:cxnSp>
          <p:nvCxnSpPr>
            <p:cNvPr id="102" name="Google Shape;102;p9"/>
            <p:cNvCxnSpPr/>
            <p:nvPr/>
          </p:nvCxnSpPr>
          <p:spPr>
            <a:xfrm>
              <a:off x="0" y="4897525"/>
              <a:ext cx="9151800" cy="0"/>
            </a:xfrm>
            <a:prstGeom prst="straightConnector1">
              <a:avLst/>
            </a:prstGeom>
            <a:noFill/>
            <a:ln w="9525" cap="flat" cmpd="sng">
              <a:solidFill>
                <a:schemeClr val="dk1"/>
              </a:solidFill>
              <a:prstDash val="solid"/>
              <a:round/>
              <a:headEnd type="none" w="med" len="med"/>
              <a:tailEnd type="none" w="med" len="med"/>
            </a:ln>
          </p:spPr>
        </p:cxnSp>
        <p:grpSp>
          <p:nvGrpSpPr>
            <p:cNvPr id="103" name="Google Shape;103;p9"/>
            <p:cNvGrpSpPr/>
            <p:nvPr/>
          </p:nvGrpSpPr>
          <p:grpSpPr>
            <a:xfrm>
              <a:off x="343300" y="-11550"/>
              <a:ext cx="0" cy="5156975"/>
              <a:chOff x="343300" y="-11550"/>
              <a:chExt cx="0" cy="5156975"/>
            </a:xfrm>
          </p:grpSpPr>
          <p:cxnSp>
            <p:nvCxnSpPr>
              <p:cNvPr id="104" name="Google Shape;104;p9"/>
              <p:cNvCxnSpPr/>
              <p:nvPr/>
            </p:nvCxnSpPr>
            <p:spPr>
              <a:xfrm rot="10800000">
                <a:off x="343300" y="533225"/>
                <a:ext cx="0" cy="4612200"/>
              </a:xfrm>
              <a:prstGeom prst="straightConnector1">
                <a:avLst/>
              </a:prstGeom>
              <a:noFill/>
              <a:ln w="9525" cap="flat" cmpd="sng">
                <a:solidFill>
                  <a:schemeClr val="dk1"/>
                </a:solidFill>
                <a:prstDash val="solid"/>
                <a:round/>
                <a:headEnd type="none" w="med" len="med"/>
                <a:tailEnd type="none" w="med" len="med"/>
              </a:ln>
            </p:spPr>
          </p:cxnSp>
          <p:cxnSp>
            <p:nvCxnSpPr>
              <p:cNvPr id="105" name="Google Shape;105;p9"/>
              <p:cNvCxnSpPr/>
              <p:nvPr/>
            </p:nvCxnSpPr>
            <p:spPr>
              <a:xfrm rot="10800000">
                <a:off x="343300" y="-11550"/>
                <a:ext cx="0" cy="546000"/>
              </a:xfrm>
              <a:prstGeom prst="straightConnector1">
                <a:avLst/>
              </a:prstGeom>
              <a:noFill/>
              <a:ln w="9525" cap="flat" cmpd="sng">
                <a:solidFill>
                  <a:schemeClr val="lt1"/>
                </a:solidFill>
                <a:prstDash val="solid"/>
                <a:round/>
                <a:headEnd type="none" w="med" len="med"/>
                <a:tailEnd type="none" w="med" len="med"/>
              </a:ln>
            </p:spPr>
          </p:cxn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06"/>
        <p:cNvGrpSpPr/>
        <p:nvPr/>
      </p:nvGrpSpPr>
      <p:grpSpPr>
        <a:xfrm>
          <a:off x="0" y="0"/>
          <a:ext cx="0" cy="0"/>
          <a:chOff x="0" y="0"/>
          <a:chExt cx="0" cy="0"/>
        </a:xfrm>
      </p:grpSpPr>
      <p:sp>
        <p:nvSpPr>
          <p:cNvPr id="107" name="Google Shape;107;p10"/>
          <p:cNvSpPr>
            <a:spLocks noGrp="1"/>
          </p:cNvSpPr>
          <p:nvPr>
            <p:ph type="pic" idx="2"/>
          </p:nvPr>
        </p:nvSpPr>
        <p:spPr>
          <a:xfrm>
            <a:off x="-6875" y="0"/>
            <a:ext cx="9144000" cy="5157300"/>
          </a:xfrm>
          <a:prstGeom prst="rect">
            <a:avLst/>
          </a:prstGeom>
          <a:noFill/>
          <a:ln>
            <a:noFill/>
          </a:ln>
        </p:spPr>
      </p:sp>
      <p:sp>
        <p:nvSpPr>
          <p:cNvPr id="108" name="Google Shape;108;p10"/>
          <p:cNvSpPr txBox="1">
            <a:spLocks noGrp="1"/>
          </p:cNvSpPr>
          <p:nvPr>
            <p:ph type="title"/>
          </p:nvPr>
        </p:nvSpPr>
        <p:spPr>
          <a:xfrm>
            <a:off x="720000" y="4038000"/>
            <a:ext cx="7704000" cy="572700"/>
          </a:xfrm>
          <a:prstGeom prst="rect">
            <a:avLst/>
          </a:prstGeom>
          <a:solidFill>
            <a:schemeClr val="dk1"/>
          </a:solidFill>
        </p:spPr>
        <p:txBody>
          <a:bodyPr spcFirstLastPara="1" wrap="square" lIns="91425" tIns="91425" rIns="91425" bIns="91425" anchor="ctr" anchorCtr="0">
            <a:noAutofit/>
          </a:bodyPr>
          <a:lstStyle>
            <a:lvl1pPr lvl="0" algn="ctr" rtl="0">
              <a:spcBef>
                <a:spcPts val="0"/>
              </a:spcBef>
              <a:spcAft>
                <a:spcPts val="0"/>
              </a:spcAft>
              <a:buClr>
                <a:schemeClr val="lt1"/>
              </a:buClr>
              <a:buSzPts val="3000"/>
              <a:buNone/>
              <a:defRPr>
                <a:solidFill>
                  <a:schemeClr val="lt1"/>
                </a:solidFill>
              </a:defRPr>
            </a:lvl1pPr>
            <a:lvl2pPr lvl="1" algn="ctr" rtl="0">
              <a:spcBef>
                <a:spcPts val="0"/>
              </a:spcBef>
              <a:spcAft>
                <a:spcPts val="0"/>
              </a:spcAft>
              <a:buClr>
                <a:schemeClr val="lt1"/>
              </a:buClr>
              <a:buSzPts val="3500"/>
              <a:buNone/>
              <a:defRPr>
                <a:solidFill>
                  <a:schemeClr val="lt1"/>
                </a:solidFill>
              </a:defRPr>
            </a:lvl2pPr>
            <a:lvl3pPr lvl="2" algn="ctr" rtl="0">
              <a:spcBef>
                <a:spcPts val="0"/>
              </a:spcBef>
              <a:spcAft>
                <a:spcPts val="0"/>
              </a:spcAft>
              <a:buClr>
                <a:schemeClr val="lt1"/>
              </a:buClr>
              <a:buSzPts val="3500"/>
              <a:buNone/>
              <a:defRPr>
                <a:solidFill>
                  <a:schemeClr val="lt1"/>
                </a:solidFill>
              </a:defRPr>
            </a:lvl3pPr>
            <a:lvl4pPr lvl="3" algn="ctr" rtl="0">
              <a:spcBef>
                <a:spcPts val="0"/>
              </a:spcBef>
              <a:spcAft>
                <a:spcPts val="0"/>
              </a:spcAft>
              <a:buClr>
                <a:schemeClr val="lt1"/>
              </a:buClr>
              <a:buSzPts val="3500"/>
              <a:buNone/>
              <a:defRPr>
                <a:solidFill>
                  <a:schemeClr val="lt1"/>
                </a:solidFill>
              </a:defRPr>
            </a:lvl4pPr>
            <a:lvl5pPr lvl="4" algn="ctr" rtl="0">
              <a:spcBef>
                <a:spcPts val="0"/>
              </a:spcBef>
              <a:spcAft>
                <a:spcPts val="0"/>
              </a:spcAft>
              <a:buClr>
                <a:schemeClr val="lt1"/>
              </a:buClr>
              <a:buSzPts val="3500"/>
              <a:buNone/>
              <a:defRPr>
                <a:solidFill>
                  <a:schemeClr val="lt1"/>
                </a:solidFill>
              </a:defRPr>
            </a:lvl5pPr>
            <a:lvl6pPr lvl="5" algn="ctr" rtl="0">
              <a:spcBef>
                <a:spcPts val="0"/>
              </a:spcBef>
              <a:spcAft>
                <a:spcPts val="0"/>
              </a:spcAft>
              <a:buClr>
                <a:schemeClr val="lt1"/>
              </a:buClr>
              <a:buSzPts val="3500"/>
              <a:buNone/>
              <a:defRPr>
                <a:solidFill>
                  <a:schemeClr val="lt1"/>
                </a:solidFill>
              </a:defRPr>
            </a:lvl6pPr>
            <a:lvl7pPr lvl="6" algn="ctr" rtl="0">
              <a:spcBef>
                <a:spcPts val="0"/>
              </a:spcBef>
              <a:spcAft>
                <a:spcPts val="0"/>
              </a:spcAft>
              <a:buClr>
                <a:schemeClr val="lt1"/>
              </a:buClr>
              <a:buSzPts val="3500"/>
              <a:buNone/>
              <a:defRPr>
                <a:solidFill>
                  <a:schemeClr val="lt1"/>
                </a:solidFill>
              </a:defRPr>
            </a:lvl7pPr>
            <a:lvl8pPr lvl="7" algn="ctr" rtl="0">
              <a:spcBef>
                <a:spcPts val="0"/>
              </a:spcBef>
              <a:spcAft>
                <a:spcPts val="0"/>
              </a:spcAft>
              <a:buClr>
                <a:schemeClr val="lt1"/>
              </a:buClr>
              <a:buSzPts val="3500"/>
              <a:buNone/>
              <a:defRPr>
                <a:solidFill>
                  <a:schemeClr val="lt1"/>
                </a:solidFill>
              </a:defRPr>
            </a:lvl8pPr>
            <a:lvl9pPr lvl="8" algn="ctr" rtl="0">
              <a:spcBef>
                <a:spcPts val="0"/>
              </a:spcBef>
              <a:spcAft>
                <a:spcPts val="0"/>
              </a:spcAft>
              <a:buClr>
                <a:schemeClr val="lt1"/>
              </a:buClr>
              <a:buSzPts val="3500"/>
              <a:buNone/>
              <a:defRPr>
                <a:solidFill>
                  <a:schemeClr val="lt1"/>
                </a:solidFill>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dk2"/>
        </a:solidFill>
        <a:effectLst/>
      </p:bgPr>
    </p:bg>
    <p:spTree>
      <p:nvGrpSpPr>
        <p:cNvPr id="1" name="Shape 120"/>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able of contents">
  <p:cSld name="BLANK_1">
    <p:spTree>
      <p:nvGrpSpPr>
        <p:cNvPr id="1" name="Shape 121"/>
        <p:cNvGrpSpPr/>
        <p:nvPr/>
      </p:nvGrpSpPr>
      <p:grpSpPr>
        <a:xfrm>
          <a:off x="0" y="0"/>
          <a:ext cx="0" cy="0"/>
          <a:chOff x="0" y="0"/>
          <a:chExt cx="0" cy="0"/>
        </a:xfrm>
      </p:grpSpPr>
      <p:pic>
        <p:nvPicPr>
          <p:cNvPr id="122" name="Google Shape;122;p13"/>
          <p:cNvPicPr preferRelativeResize="0"/>
          <p:nvPr/>
        </p:nvPicPr>
        <p:blipFill>
          <a:blip r:embed="rId2">
            <a:alphaModFix amt="15000"/>
          </a:blip>
          <a:stretch>
            <a:fillRect/>
          </a:stretch>
        </p:blipFill>
        <p:spPr>
          <a:xfrm>
            <a:off x="0" y="0"/>
            <a:ext cx="9144000" cy="5143500"/>
          </a:xfrm>
          <a:prstGeom prst="rect">
            <a:avLst/>
          </a:prstGeom>
          <a:noFill/>
          <a:ln>
            <a:noFill/>
          </a:ln>
        </p:spPr>
      </p:pic>
      <p:sp>
        <p:nvSpPr>
          <p:cNvPr id="123" name="Google Shape;123;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24" name="Google Shape;124;p13"/>
          <p:cNvSpPr txBox="1">
            <a:spLocks noGrp="1"/>
          </p:cNvSpPr>
          <p:nvPr>
            <p:ph type="title" idx="2" hasCustomPrompt="1"/>
          </p:nvPr>
        </p:nvSpPr>
        <p:spPr>
          <a:xfrm>
            <a:off x="720000" y="1779523"/>
            <a:ext cx="7347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5" name="Google Shape;125;p13"/>
          <p:cNvSpPr txBox="1">
            <a:spLocks noGrp="1"/>
          </p:cNvSpPr>
          <p:nvPr>
            <p:ph type="title" idx="3" hasCustomPrompt="1"/>
          </p:nvPr>
        </p:nvSpPr>
        <p:spPr>
          <a:xfrm>
            <a:off x="720000" y="3212841"/>
            <a:ext cx="7347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6" name="Google Shape;126;p13"/>
          <p:cNvSpPr txBox="1">
            <a:spLocks noGrp="1"/>
          </p:cNvSpPr>
          <p:nvPr>
            <p:ph type="title" idx="4" hasCustomPrompt="1"/>
          </p:nvPr>
        </p:nvSpPr>
        <p:spPr>
          <a:xfrm>
            <a:off x="3419275" y="1779523"/>
            <a:ext cx="7347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7" name="Google Shape;127;p13"/>
          <p:cNvSpPr txBox="1">
            <a:spLocks noGrp="1"/>
          </p:cNvSpPr>
          <p:nvPr>
            <p:ph type="title" idx="5" hasCustomPrompt="1"/>
          </p:nvPr>
        </p:nvSpPr>
        <p:spPr>
          <a:xfrm>
            <a:off x="3419275" y="3212841"/>
            <a:ext cx="7347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8" name="Google Shape;128;p13"/>
          <p:cNvSpPr txBox="1">
            <a:spLocks noGrp="1"/>
          </p:cNvSpPr>
          <p:nvPr>
            <p:ph type="title" idx="6" hasCustomPrompt="1"/>
          </p:nvPr>
        </p:nvSpPr>
        <p:spPr>
          <a:xfrm>
            <a:off x="6118550" y="1779523"/>
            <a:ext cx="7347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9" name="Google Shape;129;p13"/>
          <p:cNvSpPr txBox="1">
            <a:spLocks noGrp="1"/>
          </p:cNvSpPr>
          <p:nvPr>
            <p:ph type="title" idx="7" hasCustomPrompt="1"/>
          </p:nvPr>
        </p:nvSpPr>
        <p:spPr>
          <a:xfrm>
            <a:off x="6118550" y="3212841"/>
            <a:ext cx="7347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30" name="Google Shape;130;p13"/>
          <p:cNvSpPr txBox="1">
            <a:spLocks noGrp="1"/>
          </p:cNvSpPr>
          <p:nvPr>
            <p:ph type="subTitle" idx="1"/>
          </p:nvPr>
        </p:nvSpPr>
        <p:spPr>
          <a:xfrm>
            <a:off x="720000" y="2227125"/>
            <a:ext cx="2305500" cy="447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1800">
                <a:latin typeface="DM Serif Text"/>
                <a:ea typeface="DM Serif Text"/>
                <a:cs typeface="DM Serif Text"/>
                <a:sym typeface="DM Serif Text"/>
              </a:defRPr>
            </a:lvl1pPr>
            <a:lvl2pPr lvl="1" rtl="0">
              <a:lnSpc>
                <a:spcPct val="100000"/>
              </a:lnSpc>
              <a:spcBef>
                <a:spcPts val="0"/>
              </a:spcBef>
              <a:spcAft>
                <a:spcPts val="0"/>
              </a:spcAft>
              <a:buSzPts val="2400"/>
              <a:buFont typeface="Raleway"/>
              <a:buNone/>
              <a:defRPr sz="2400">
                <a:latin typeface="Raleway"/>
                <a:ea typeface="Raleway"/>
                <a:cs typeface="Raleway"/>
                <a:sym typeface="Raleway"/>
              </a:defRPr>
            </a:lvl2pPr>
            <a:lvl3pPr lvl="2" rtl="0">
              <a:lnSpc>
                <a:spcPct val="100000"/>
              </a:lnSpc>
              <a:spcBef>
                <a:spcPts val="0"/>
              </a:spcBef>
              <a:spcAft>
                <a:spcPts val="0"/>
              </a:spcAft>
              <a:buSzPts val="2400"/>
              <a:buFont typeface="Raleway"/>
              <a:buNone/>
              <a:defRPr sz="2400">
                <a:latin typeface="Raleway"/>
                <a:ea typeface="Raleway"/>
                <a:cs typeface="Raleway"/>
                <a:sym typeface="Raleway"/>
              </a:defRPr>
            </a:lvl3pPr>
            <a:lvl4pPr lvl="3" rtl="0">
              <a:lnSpc>
                <a:spcPct val="100000"/>
              </a:lnSpc>
              <a:spcBef>
                <a:spcPts val="0"/>
              </a:spcBef>
              <a:spcAft>
                <a:spcPts val="0"/>
              </a:spcAft>
              <a:buSzPts val="2400"/>
              <a:buFont typeface="Raleway"/>
              <a:buNone/>
              <a:defRPr sz="2400">
                <a:latin typeface="Raleway"/>
                <a:ea typeface="Raleway"/>
                <a:cs typeface="Raleway"/>
                <a:sym typeface="Raleway"/>
              </a:defRPr>
            </a:lvl4pPr>
            <a:lvl5pPr lvl="4" rtl="0">
              <a:lnSpc>
                <a:spcPct val="100000"/>
              </a:lnSpc>
              <a:spcBef>
                <a:spcPts val="0"/>
              </a:spcBef>
              <a:spcAft>
                <a:spcPts val="0"/>
              </a:spcAft>
              <a:buSzPts val="2400"/>
              <a:buFont typeface="Raleway"/>
              <a:buNone/>
              <a:defRPr sz="2400">
                <a:latin typeface="Raleway"/>
                <a:ea typeface="Raleway"/>
                <a:cs typeface="Raleway"/>
                <a:sym typeface="Raleway"/>
              </a:defRPr>
            </a:lvl5pPr>
            <a:lvl6pPr lvl="5" rtl="0">
              <a:lnSpc>
                <a:spcPct val="100000"/>
              </a:lnSpc>
              <a:spcBef>
                <a:spcPts val="0"/>
              </a:spcBef>
              <a:spcAft>
                <a:spcPts val="0"/>
              </a:spcAft>
              <a:buSzPts val="2400"/>
              <a:buFont typeface="Raleway"/>
              <a:buNone/>
              <a:defRPr sz="2400">
                <a:latin typeface="Raleway"/>
                <a:ea typeface="Raleway"/>
                <a:cs typeface="Raleway"/>
                <a:sym typeface="Raleway"/>
              </a:defRPr>
            </a:lvl6pPr>
            <a:lvl7pPr lvl="6" rtl="0">
              <a:lnSpc>
                <a:spcPct val="100000"/>
              </a:lnSpc>
              <a:spcBef>
                <a:spcPts val="0"/>
              </a:spcBef>
              <a:spcAft>
                <a:spcPts val="0"/>
              </a:spcAft>
              <a:buSzPts val="2400"/>
              <a:buFont typeface="Raleway"/>
              <a:buNone/>
              <a:defRPr sz="2400">
                <a:latin typeface="Raleway"/>
                <a:ea typeface="Raleway"/>
                <a:cs typeface="Raleway"/>
                <a:sym typeface="Raleway"/>
              </a:defRPr>
            </a:lvl7pPr>
            <a:lvl8pPr lvl="7" rtl="0">
              <a:lnSpc>
                <a:spcPct val="100000"/>
              </a:lnSpc>
              <a:spcBef>
                <a:spcPts val="0"/>
              </a:spcBef>
              <a:spcAft>
                <a:spcPts val="0"/>
              </a:spcAft>
              <a:buSzPts val="2400"/>
              <a:buFont typeface="Raleway"/>
              <a:buNone/>
              <a:defRPr sz="2400">
                <a:latin typeface="Raleway"/>
                <a:ea typeface="Raleway"/>
                <a:cs typeface="Raleway"/>
                <a:sym typeface="Raleway"/>
              </a:defRPr>
            </a:lvl8pPr>
            <a:lvl9pPr lvl="8"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a:p>
        </p:txBody>
      </p:sp>
      <p:sp>
        <p:nvSpPr>
          <p:cNvPr id="131" name="Google Shape;131;p13"/>
          <p:cNvSpPr txBox="1">
            <a:spLocks noGrp="1"/>
          </p:cNvSpPr>
          <p:nvPr>
            <p:ph type="subTitle" idx="8"/>
          </p:nvPr>
        </p:nvSpPr>
        <p:spPr>
          <a:xfrm>
            <a:off x="3419275" y="2227125"/>
            <a:ext cx="2305500" cy="447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1800">
                <a:latin typeface="DM Serif Text"/>
                <a:ea typeface="DM Serif Text"/>
                <a:cs typeface="DM Serif Text"/>
                <a:sym typeface="DM Serif Text"/>
              </a:defRPr>
            </a:lvl1pPr>
            <a:lvl2pPr lvl="1" rtl="0">
              <a:lnSpc>
                <a:spcPct val="100000"/>
              </a:lnSpc>
              <a:spcBef>
                <a:spcPts val="0"/>
              </a:spcBef>
              <a:spcAft>
                <a:spcPts val="0"/>
              </a:spcAft>
              <a:buSzPts val="2400"/>
              <a:buFont typeface="Raleway"/>
              <a:buNone/>
              <a:defRPr sz="2400">
                <a:latin typeface="Raleway"/>
                <a:ea typeface="Raleway"/>
                <a:cs typeface="Raleway"/>
                <a:sym typeface="Raleway"/>
              </a:defRPr>
            </a:lvl2pPr>
            <a:lvl3pPr lvl="2" rtl="0">
              <a:lnSpc>
                <a:spcPct val="100000"/>
              </a:lnSpc>
              <a:spcBef>
                <a:spcPts val="0"/>
              </a:spcBef>
              <a:spcAft>
                <a:spcPts val="0"/>
              </a:spcAft>
              <a:buSzPts val="2400"/>
              <a:buFont typeface="Raleway"/>
              <a:buNone/>
              <a:defRPr sz="2400">
                <a:latin typeface="Raleway"/>
                <a:ea typeface="Raleway"/>
                <a:cs typeface="Raleway"/>
                <a:sym typeface="Raleway"/>
              </a:defRPr>
            </a:lvl3pPr>
            <a:lvl4pPr lvl="3" rtl="0">
              <a:lnSpc>
                <a:spcPct val="100000"/>
              </a:lnSpc>
              <a:spcBef>
                <a:spcPts val="0"/>
              </a:spcBef>
              <a:spcAft>
                <a:spcPts val="0"/>
              </a:spcAft>
              <a:buSzPts val="2400"/>
              <a:buFont typeface="Raleway"/>
              <a:buNone/>
              <a:defRPr sz="2400">
                <a:latin typeface="Raleway"/>
                <a:ea typeface="Raleway"/>
                <a:cs typeface="Raleway"/>
                <a:sym typeface="Raleway"/>
              </a:defRPr>
            </a:lvl4pPr>
            <a:lvl5pPr lvl="4" rtl="0">
              <a:lnSpc>
                <a:spcPct val="100000"/>
              </a:lnSpc>
              <a:spcBef>
                <a:spcPts val="0"/>
              </a:spcBef>
              <a:spcAft>
                <a:spcPts val="0"/>
              </a:spcAft>
              <a:buSzPts val="2400"/>
              <a:buFont typeface="Raleway"/>
              <a:buNone/>
              <a:defRPr sz="2400">
                <a:latin typeface="Raleway"/>
                <a:ea typeface="Raleway"/>
                <a:cs typeface="Raleway"/>
                <a:sym typeface="Raleway"/>
              </a:defRPr>
            </a:lvl5pPr>
            <a:lvl6pPr lvl="5" rtl="0">
              <a:lnSpc>
                <a:spcPct val="100000"/>
              </a:lnSpc>
              <a:spcBef>
                <a:spcPts val="0"/>
              </a:spcBef>
              <a:spcAft>
                <a:spcPts val="0"/>
              </a:spcAft>
              <a:buSzPts val="2400"/>
              <a:buFont typeface="Raleway"/>
              <a:buNone/>
              <a:defRPr sz="2400">
                <a:latin typeface="Raleway"/>
                <a:ea typeface="Raleway"/>
                <a:cs typeface="Raleway"/>
                <a:sym typeface="Raleway"/>
              </a:defRPr>
            </a:lvl6pPr>
            <a:lvl7pPr lvl="6" rtl="0">
              <a:lnSpc>
                <a:spcPct val="100000"/>
              </a:lnSpc>
              <a:spcBef>
                <a:spcPts val="0"/>
              </a:spcBef>
              <a:spcAft>
                <a:spcPts val="0"/>
              </a:spcAft>
              <a:buSzPts val="2400"/>
              <a:buFont typeface="Raleway"/>
              <a:buNone/>
              <a:defRPr sz="2400">
                <a:latin typeface="Raleway"/>
                <a:ea typeface="Raleway"/>
                <a:cs typeface="Raleway"/>
                <a:sym typeface="Raleway"/>
              </a:defRPr>
            </a:lvl7pPr>
            <a:lvl8pPr lvl="7" rtl="0">
              <a:lnSpc>
                <a:spcPct val="100000"/>
              </a:lnSpc>
              <a:spcBef>
                <a:spcPts val="0"/>
              </a:spcBef>
              <a:spcAft>
                <a:spcPts val="0"/>
              </a:spcAft>
              <a:buSzPts val="2400"/>
              <a:buFont typeface="Raleway"/>
              <a:buNone/>
              <a:defRPr sz="2400">
                <a:latin typeface="Raleway"/>
                <a:ea typeface="Raleway"/>
                <a:cs typeface="Raleway"/>
                <a:sym typeface="Raleway"/>
              </a:defRPr>
            </a:lvl8pPr>
            <a:lvl9pPr lvl="8"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a:p>
        </p:txBody>
      </p:sp>
      <p:sp>
        <p:nvSpPr>
          <p:cNvPr id="132" name="Google Shape;132;p13"/>
          <p:cNvSpPr txBox="1">
            <a:spLocks noGrp="1"/>
          </p:cNvSpPr>
          <p:nvPr>
            <p:ph type="subTitle" idx="9"/>
          </p:nvPr>
        </p:nvSpPr>
        <p:spPr>
          <a:xfrm>
            <a:off x="6118550" y="2227125"/>
            <a:ext cx="2305500" cy="447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1800">
                <a:latin typeface="DM Serif Text"/>
                <a:ea typeface="DM Serif Text"/>
                <a:cs typeface="DM Serif Text"/>
                <a:sym typeface="DM Serif Text"/>
              </a:defRPr>
            </a:lvl1pPr>
            <a:lvl2pPr lvl="1" rtl="0">
              <a:lnSpc>
                <a:spcPct val="100000"/>
              </a:lnSpc>
              <a:spcBef>
                <a:spcPts val="0"/>
              </a:spcBef>
              <a:spcAft>
                <a:spcPts val="0"/>
              </a:spcAft>
              <a:buSzPts val="2400"/>
              <a:buFont typeface="Raleway"/>
              <a:buNone/>
              <a:defRPr sz="2400">
                <a:latin typeface="Raleway"/>
                <a:ea typeface="Raleway"/>
                <a:cs typeface="Raleway"/>
                <a:sym typeface="Raleway"/>
              </a:defRPr>
            </a:lvl2pPr>
            <a:lvl3pPr lvl="2" rtl="0">
              <a:lnSpc>
                <a:spcPct val="100000"/>
              </a:lnSpc>
              <a:spcBef>
                <a:spcPts val="0"/>
              </a:spcBef>
              <a:spcAft>
                <a:spcPts val="0"/>
              </a:spcAft>
              <a:buSzPts val="2400"/>
              <a:buFont typeface="Raleway"/>
              <a:buNone/>
              <a:defRPr sz="2400">
                <a:latin typeface="Raleway"/>
                <a:ea typeface="Raleway"/>
                <a:cs typeface="Raleway"/>
                <a:sym typeface="Raleway"/>
              </a:defRPr>
            </a:lvl3pPr>
            <a:lvl4pPr lvl="3" rtl="0">
              <a:lnSpc>
                <a:spcPct val="100000"/>
              </a:lnSpc>
              <a:spcBef>
                <a:spcPts val="0"/>
              </a:spcBef>
              <a:spcAft>
                <a:spcPts val="0"/>
              </a:spcAft>
              <a:buSzPts val="2400"/>
              <a:buFont typeface="Raleway"/>
              <a:buNone/>
              <a:defRPr sz="2400">
                <a:latin typeface="Raleway"/>
                <a:ea typeface="Raleway"/>
                <a:cs typeface="Raleway"/>
                <a:sym typeface="Raleway"/>
              </a:defRPr>
            </a:lvl4pPr>
            <a:lvl5pPr lvl="4" rtl="0">
              <a:lnSpc>
                <a:spcPct val="100000"/>
              </a:lnSpc>
              <a:spcBef>
                <a:spcPts val="0"/>
              </a:spcBef>
              <a:spcAft>
                <a:spcPts val="0"/>
              </a:spcAft>
              <a:buSzPts val="2400"/>
              <a:buFont typeface="Raleway"/>
              <a:buNone/>
              <a:defRPr sz="2400">
                <a:latin typeface="Raleway"/>
                <a:ea typeface="Raleway"/>
                <a:cs typeface="Raleway"/>
                <a:sym typeface="Raleway"/>
              </a:defRPr>
            </a:lvl5pPr>
            <a:lvl6pPr lvl="5" rtl="0">
              <a:lnSpc>
                <a:spcPct val="100000"/>
              </a:lnSpc>
              <a:spcBef>
                <a:spcPts val="0"/>
              </a:spcBef>
              <a:spcAft>
                <a:spcPts val="0"/>
              </a:spcAft>
              <a:buSzPts val="2400"/>
              <a:buFont typeface="Raleway"/>
              <a:buNone/>
              <a:defRPr sz="2400">
                <a:latin typeface="Raleway"/>
                <a:ea typeface="Raleway"/>
                <a:cs typeface="Raleway"/>
                <a:sym typeface="Raleway"/>
              </a:defRPr>
            </a:lvl6pPr>
            <a:lvl7pPr lvl="6" rtl="0">
              <a:lnSpc>
                <a:spcPct val="100000"/>
              </a:lnSpc>
              <a:spcBef>
                <a:spcPts val="0"/>
              </a:spcBef>
              <a:spcAft>
                <a:spcPts val="0"/>
              </a:spcAft>
              <a:buSzPts val="2400"/>
              <a:buFont typeface="Raleway"/>
              <a:buNone/>
              <a:defRPr sz="2400">
                <a:latin typeface="Raleway"/>
                <a:ea typeface="Raleway"/>
                <a:cs typeface="Raleway"/>
                <a:sym typeface="Raleway"/>
              </a:defRPr>
            </a:lvl7pPr>
            <a:lvl8pPr lvl="7" rtl="0">
              <a:lnSpc>
                <a:spcPct val="100000"/>
              </a:lnSpc>
              <a:spcBef>
                <a:spcPts val="0"/>
              </a:spcBef>
              <a:spcAft>
                <a:spcPts val="0"/>
              </a:spcAft>
              <a:buSzPts val="2400"/>
              <a:buFont typeface="Raleway"/>
              <a:buNone/>
              <a:defRPr sz="2400">
                <a:latin typeface="Raleway"/>
                <a:ea typeface="Raleway"/>
                <a:cs typeface="Raleway"/>
                <a:sym typeface="Raleway"/>
              </a:defRPr>
            </a:lvl8pPr>
            <a:lvl9pPr lvl="8"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a:p>
        </p:txBody>
      </p:sp>
      <p:sp>
        <p:nvSpPr>
          <p:cNvPr id="133" name="Google Shape;133;p13"/>
          <p:cNvSpPr txBox="1">
            <a:spLocks noGrp="1"/>
          </p:cNvSpPr>
          <p:nvPr>
            <p:ph type="subTitle" idx="13"/>
          </p:nvPr>
        </p:nvSpPr>
        <p:spPr>
          <a:xfrm>
            <a:off x="720000" y="3660450"/>
            <a:ext cx="2305500" cy="447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1800">
                <a:latin typeface="DM Serif Text"/>
                <a:ea typeface="DM Serif Text"/>
                <a:cs typeface="DM Serif Text"/>
                <a:sym typeface="DM Serif Text"/>
              </a:defRPr>
            </a:lvl1pPr>
            <a:lvl2pPr lvl="1" rtl="0">
              <a:lnSpc>
                <a:spcPct val="100000"/>
              </a:lnSpc>
              <a:spcBef>
                <a:spcPts val="0"/>
              </a:spcBef>
              <a:spcAft>
                <a:spcPts val="0"/>
              </a:spcAft>
              <a:buSzPts val="2400"/>
              <a:buFont typeface="Raleway"/>
              <a:buNone/>
              <a:defRPr sz="2400">
                <a:latin typeface="Raleway"/>
                <a:ea typeface="Raleway"/>
                <a:cs typeface="Raleway"/>
                <a:sym typeface="Raleway"/>
              </a:defRPr>
            </a:lvl2pPr>
            <a:lvl3pPr lvl="2" rtl="0">
              <a:lnSpc>
                <a:spcPct val="100000"/>
              </a:lnSpc>
              <a:spcBef>
                <a:spcPts val="0"/>
              </a:spcBef>
              <a:spcAft>
                <a:spcPts val="0"/>
              </a:spcAft>
              <a:buSzPts val="2400"/>
              <a:buFont typeface="Raleway"/>
              <a:buNone/>
              <a:defRPr sz="2400">
                <a:latin typeface="Raleway"/>
                <a:ea typeface="Raleway"/>
                <a:cs typeface="Raleway"/>
                <a:sym typeface="Raleway"/>
              </a:defRPr>
            </a:lvl3pPr>
            <a:lvl4pPr lvl="3" rtl="0">
              <a:lnSpc>
                <a:spcPct val="100000"/>
              </a:lnSpc>
              <a:spcBef>
                <a:spcPts val="0"/>
              </a:spcBef>
              <a:spcAft>
                <a:spcPts val="0"/>
              </a:spcAft>
              <a:buSzPts val="2400"/>
              <a:buFont typeface="Raleway"/>
              <a:buNone/>
              <a:defRPr sz="2400">
                <a:latin typeface="Raleway"/>
                <a:ea typeface="Raleway"/>
                <a:cs typeface="Raleway"/>
                <a:sym typeface="Raleway"/>
              </a:defRPr>
            </a:lvl4pPr>
            <a:lvl5pPr lvl="4" rtl="0">
              <a:lnSpc>
                <a:spcPct val="100000"/>
              </a:lnSpc>
              <a:spcBef>
                <a:spcPts val="0"/>
              </a:spcBef>
              <a:spcAft>
                <a:spcPts val="0"/>
              </a:spcAft>
              <a:buSzPts val="2400"/>
              <a:buFont typeface="Raleway"/>
              <a:buNone/>
              <a:defRPr sz="2400">
                <a:latin typeface="Raleway"/>
                <a:ea typeface="Raleway"/>
                <a:cs typeface="Raleway"/>
                <a:sym typeface="Raleway"/>
              </a:defRPr>
            </a:lvl5pPr>
            <a:lvl6pPr lvl="5" rtl="0">
              <a:lnSpc>
                <a:spcPct val="100000"/>
              </a:lnSpc>
              <a:spcBef>
                <a:spcPts val="0"/>
              </a:spcBef>
              <a:spcAft>
                <a:spcPts val="0"/>
              </a:spcAft>
              <a:buSzPts val="2400"/>
              <a:buFont typeface="Raleway"/>
              <a:buNone/>
              <a:defRPr sz="2400">
                <a:latin typeface="Raleway"/>
                <a:ea typeface="Raleway"/>
                <a:cs typeface="Raleway"/>
                <a:sym typeface="Raleway"/>
              </a:defRPr>
            </a:lvl6pPr>
            <a:lvl7pPr lvl="6" rtl="0">
              <a:lnSpc>
                <a:spcPct val="100000"/>
              </a:lnSpc>
              <a:spcBef>
                <a:spcPts val="0"/>
              </a:spcBef>
              <a:spcAft>
                <a:spcPts val="0"/>
              </a:spcAft>
              <a:buSzPts val="2400"/>
              <a:buFont typeface="Raleway"/>
              <a:buNone/>
              <a:defRPr sz="2400">
                <a:latin typeface="Raleway"/>
                <a:ea typeface="Raleway"/>
                <a:cs typeface="Raleway"/>
                <a:sym typeface="Raleway"/>
              </a:defRPr>
            </a:lvl7pPr>
            <a:lvl8pPr lvl="7" rtl="0">
              <a:lnSpc>
                <a:spcPct val="100000"/>
              </a:lnSpc>
              <a:spcBef>
                <a:spcPts val="0"/>
              </a:spcBef>
              <a:spcAft>
                <a:spcPts val="0"/>
              </a:spcAft>
              <a:buSzPts val="2400"/>
              <a:buFont typeface="Raleway"/>
              <a:buNone/>
              <a:defRPr sz="2400">
                <a:latin typeface="Raleway"/>
                <a:ea typeface="Raleway"/>
                <a:cs typeface="Raleway"/>
                <a:sym typeface="Raleway"/>
              </a:defRPr>
            </a:lvl8pPr>
            <a:lvl9pPr lvl="8"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a:p>
        </p:txBody>
      </p:sp>
      <p:sp>
        <p:nvSpPr>
          <p:cNvPr id="134" name="Google Shape;134;p13"/>
          <p:cNvSpPr txBox="1">
            <a:spLocks noGrp="1"/>
          </p:cNvSpPr>
          <p:nvPr>
            <p:ph type="subTitle" idx="14"/>
          </p:nvPr>
        </p:nvSpPr>
        <p:spPr>
          <a:xfrm>
            <a:off x="3419275" y="3660450"/>
            <a:ext cx="2305500" cy="447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1800">
                <a:latin typeface="DM Serif Text"/>
                <a:ea typeface="DM Serif Text"/>
                <a:cs typeface="DM Serif Text"/>
                <a:sym typeface="DM Serif Text"/>
              </a:defRPr>
            </a:lvl1pPr>
            <a:lvl2pPr lvl="1" rtl="0">
              <a:lnSpc>
                <a:spcPct val="100000"/>
              </a:lnSpc>
              <a:spcBef>
                <a:spcPts val="0"/>
              </a:spcBef>
              <a:spcAft>
                <a:spcPts val="0"/>
              </a:spcAft>
              <a:buSzPts val="2400"/>
              <a:buFont typeface="Raleway"/>
              <a:buNone/>
              <a:defRPr sz="2400">
                <a:latin typeface="Raleway"/>
                <a:ea typeface="Raleway"/>
                <a:cs typeface="Raleway"/>
                <a:sym typeface="Raleway"/>
              </a:defRPr>
            </a:lvl2pPr>
            <a:lvl3pPr lvl="2" rtl="0">
              <a:lnSpc>
                <a:spcPct val="100000"/>
              </a:lnSpc>
              <a:spcBef>
                <a:spcPts val="0"/>
              </a:spcBef>
              <a:spcAft>
                <a:spcPts val="0"/>
              </a:spcAft>
              <a:buSzPts val="2400"/>
              <a:buFont typeface="Raleway"/>
              <a:buNone/>
              <a:defRPr sz="2400">
                <a:latin typeface="Raleway"/>
                <a:ea typeface="Raleway"/>
                <a:cs typeface="Raleway"/>
                <a:sym typeface="Raleway"/>
              </a:defRPr>
            </a:lvl3pPr>
            <a:lvl4pPr lvl="3" rtl="0">
              <a:lnSpc>
                <a:spcPct val="100000"/>
              </a:lnSpc>
              <a:spcBef>
                <a:spcPts val="0"/>
              </a:spcBef>
              <a:spcAft>
                <a:spcPts val="0"/>
              </a:spcAft>
              <a:buSzPts val="2400"/>
              <a:buFont typeface="Raleway"/>
              <a:buNone/>
              <a:defRPr sz="2400">
                <a:latin typeface="Raleway"/>
                <a:ea typeface="Raleway"/>
                <a:cs typeface="Raleway"/>
                <a:sym typeface="Raleway"/>
              </a:defRPr>
            </a:lvl4pPr>
            <a:lvl5pPr lvl="4" rtl="0">
              <a:lnSpc>
                <a:spcPct val="100000"/>
              </a:lnSpc>
              <a:spcBef>
                <a:spcPts val="0"/>
              </a:spcBef>
              <a:spcAft>
                <a:spcPts val="0"/>
              </a:spcAft>
              <a:buSzPts val="2400"/>
              <a:buFont typeface="Raleway"/>
              <a:buNone/>
              <a:defRPr sz="2400">
                <a:latin typeface="Raleway"/>
                <a:ea typeface="Raleway"/>
                <a:cs typeface="Raleway"/>
                <a:sym typeface="Raleway"/>
              </a:defRPr>
            </a:lvl5pPr>
            <a:lvl6pPr lvl="5" rtl="0">
              <a:lnSpc>
                <a:spcPct val="100000"/>
              </a:lnSpc>
              <a:spcBef>
                <a:spcPts val="0"/>
              </a:spcBef>
              <a:spcAft>
                <a:spcPts val="0"/>
              </a:spcAft>
              <a:buSzPts val="2400"/>
              <a:buFont typeface="Raleway"/>
              <a:buNone/>
              <a:defRPr sz="2400">
                <a:latin typeface="Raleway"/>
                <a:ea typeface="Raleway"/>
                <a:cs typeface="Raleway"/>
                <a:sym typeface="Raleway"/>
              </a:defRPr>
            </a:lvl6pPr>
            <a:lvl7pPr lvl="6" rtl="0">
              <a:lnSpc>
                <a:spcPct val="100000"/>
              </a:lnSpc>
              <a:spcBef>
                <a:spcPts val="0"/>
              </a:spcBef>
              <a:spcAft>
                <a:spcPts val="0"/>
              </a:spcAft>
              <a:buSzPts val="2400"/>
              <a:buFont typeface="Raleway"/>
              <a:buNone/>
              <a:defRPr sz="2400">
                <a:latin typeface="Raleway"/>
                <a:ea typeface="Raleway"/>
                <a:cs typeface="Raleway"/>
                <a:sym typeface="Raleway"/>
              </a:defRPr>
            </a:lvl7pPr>
            <a:lvl8pPr lvl="7" rtl="0">
              <a:lnSpc>
                <a:spcPct val="100000"/>
              </a:lnSpc>
              <a:spcBef>
                <a:spcPts val="0"/>
              </a:spcBef>
              <a:spcAft>
                <a:spcPts val="0"/>
              </a:spcAft>
              <a:buSzPts val="2400"/>
              <a:buFont typeface="Raleway"/>
              <a:buNone/>
              <a:defRPr sz="2400">
                <a:latin typeface="Raleway"/>
                <a:ea typeface="Raleway"/>
                <a:cs typeface="Raleway"/>
                <a:sym typeface="Raleway"/>
              </a:defRPr>
            </a:lvl8pPr>
            <a:lvl9pPr lvl="8"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a:p>
        </p:txBody>
      </p:sp>
      <p:sp>
        <p:nvSpPr>
          <p:cNvPr id="135" name="Google Shape;135;p13"/>
          <p:cNvSpPr txBox="1">
            <a:spLocks noGrp="1"/>
          </p:cNvSpPr>
          <p:nvPr>
            <p:ph type="subTitle" idx="15"/>
          </p:nvPr>
        </p:nvSpPr>
        <p:spPr>
          <a:xfrm>
            <a:off x="6118550" y="3660450"/>
            <a:ext cx="2305500" cy="447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1800">
                <a:latin typeface="DM Serif Text"/>
                <a:ea typeface="DM Serif Text"/>
                <a:cs typeface="DM Serif Text"/>
                <a:sym typeface="DM Serif Text"/>
              </a:defRPr>
            </a:lvl1pPr>
            <a:lvl2pPr lvl="1" rtl="0">
              <a:lnSpc>
                <a:spcPct val="100000"/>
              </a:lnSpc>
              <a:spcBef>
                <a:spcPts val="0"/>
              </a:spcBef>
              <a:spcAft>
                <a:spcPts val="0"/>
              </a:spcAft>
              <a:buSzPts val="2400"/>
              <a:buFont typeface="Raleway"/>
              <a:buNone/>
              <a:defRPr sz="2400">
                <a:latin typeface="Raleway"/>
                <a:ea typeface="Raleway"/>
                <a:cs typeface="Raleway"/>
                <a:sym typeface="Raleway"/>
              </a:defRPr>
            </a:lvl2pPr>
            <a:lvl3pPr lvl="2" rtl="0">
              <a:lnSpc>
                <a:spcPct val="100000"/>
              </a:lnSpc>
              <a:spcBef>
                <a:spcPts val="0"/>
              </a:spcBef>
              <a:spcAft>
                <a:spcPts val="0"/>
              </a:spcAft>
              <a:buSzPts val="2400"/>
              <a:buFont typeface="Raleway"/>
              <a:buNone/>
              <a:defRPr sz="2400">
                <a:latin typeface="Raleway"/>
                <a:ea typeface="Raleway"/>
                <a:cs typeface="Raleway"/>
                <a:sym typeface="Raleway"/>
              </a:defRPr>
            </a:lvl3pPr>
            <a:lvl4pPr lvl="3" rtl="0">
              <a:lnSpc>
                <a:spcPct val="100000"/>
              </a:lnSpc>
              <a:spcBef>
                <a:spcPts val="0"/>
              </a:spcBef>
              <a:spcAft>
                <a:spcPts val="0"/>
              </a:spcAft>
              <a:buSzPts val="2400"/>
              <a:buFont typeface="Raleway"/>
              <a:buNone/>
              <a:defRPr sz="2400">
                <a:latin typeface="Raleway"/>
                <a:ea typeface="Raleway"/>
                <a:cs typeface="Raleway"/>
                <a:sym typeface="Raleway"/>
              </a:defRPr>
            </a:lvl4pPr>
            <a:lvl5pPr lvl="4" rtl="0">
              <a:lnSpc>
                <a:spcPct val="100000"/>
              </a:lnSpc>
              <a:spcBef>
                <a:spcPts val="0"/>
              </a:spcBef>
              <a:spcAft>
                <a:spcPts val="0"/>
              </a:spcAft>
              <a:buSzPts val="2400"/>
              <a:buFont typeface="Raleway"/>
              <a:buNone/>
              <a:defRPr sz="2400">
                <a:latin typeface="Raleway"/>
                <a:ea typeface="Raleway"/>
                <a:cs typeface="Raleway"/>
                <a:sym typeface="Raleway"/>
              </a:defRPr>
            </a:lvl5pPr>
            <a:lvl6pPr lvl="5" rtl="0">
              <a:lnSpc>
                <a:spcPct val="100000"/>
              </a:lnSpc>
              <a:spcBef>
                <a:spcPts val="0"/>
              </a:spcBef>
              <a:spcAft>
                <a:spcPts val="0"/>
              </a:spcAft>
              <a:buSzPts val="2400"/>
              <a:buFont typeface="Raleway"/>
              <a:buNone/>
              <a:defRPr sz="2400">
                <a:latin typeface="Raleway"/>
                <a:ea typeface="Raleway"/>
                <a:cs typeface="Raleway"/>
                <a:sym typeface="Raleway"/>
              </a:defRPr>
            </a:lvl6pPr>
            <a:lvl7pPr lvl="6" rtl="0">
              <a:lnSpc>
                <a:spcPct val="100000"/>
              </a:lnSpc>
              <a:spcBef>
                <a:spcPts val="0"/>
              </a:spcBef>
              <a:spcAft>
                <a:spcPts val="0"/>
              </a:spcAft>
              <a:buSzPts val="2400"/>
              <a:buFont typeface="Raleway"/>
              <a:buNone/>
              <a:defRPr sz="2400">
                <a:latin typeface="Raleway"/>
                <a:ea typeface="Raleway"/>
                <a:cs typeface="Raleway"/>
                <a:sym typeface="Raleway"/>
              </a:defRPr>
            </a:lvl7pPr>
            <a:lvl8pPr lvl="7" rtl="0">
              <a:lnSpc>
                <a:spcPct val="100000"/>
              </a:lnSpc>
              <a:spcBef>
                <a:spcPts val="0"/>
              </a:spcBef>
              <a:spcAft>
                <a:spcPts val="0"/>
              </a:spcAft>
              <a:buSzPts val="2400"/>
              <a:buFont typeface="Raleway"/>
              <a:buNone/>
              <a:defRPr sz="2400">
                <a:latin typeface="Raleway"/>
                <a:ea typeface="Raleway"/>
                <a:cs typeface="Raleway"/>
                <a:sym typeface="Raleway"/>
              </a:defRPr>
            </a:lvl8pPr>
            <a:lvl9pPr lvl="8"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a:p>
        </p:txBody>
      </p:sp>
      <p:sp>
        <p:nvSpPr>
          <p:cNvPr id="136" name="Google Shape;136;p13"/>
          <p:cNvSpPr/>
          <p:nvPr/>
        </p:nvSpPr>
        <p:spPr>
          <a:xfrm>
            <a:off x="8428900" y="75"/>
            <a:ext cx="7152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7" name="Google Shape;137;p13"/>
          <p:cNvGrpSpPr/>
          <p:nvPr/>
        </p:nvGrpSpPr>
        <p:grpSpPr>
          <a:xfrm rot="5400000">
            <a:off x="8589425" y="4564550"/>
            <a:ext cx="394125" cy="271800"/>
            <a:chOff x="215225" y="4734875"/>
            <a:chExt cx="394125" cy="271800"/>
          </a:xfrm>
        </p:grpSpPr>
        <p:sp>
          <p:nvSpPr>
            <p:cNvPr id="138" name="Google Shape;138;p13"/>
            <p:cNvSpPr/>
            <p:nvPr/>
          </p:nvSpPr>
          <p:spPr>
            <a:xfrm>
              <a:off x="215225" y="4734875"/>
              <a:ext cx="271800" cy="2718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13"/>
            <p:cNvSpPr/>
            <p:nvPr/>
          </p:nvSpPr>
          <p:spPr>
            <a:xfrm>
              <a:off x="337550" y="4734875"/>
              <a:ext cx="271800" cy="2718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0" name="Google Shape;140;p13"/>
          <p:cNvGrpSpPr/>
          <p:nvPr/>
        </p:nvGrpSpPr>
        <p:grpSpPr>
          <a:xfrm>
            <a:off x="0" y="-8275"/>
            <a:ext cx="9152325" cy="5153700"/>
            <a:chOff x="0" y="-8275"/>
            <a:chExt cx="9152325" cy="5153700"/>
          </a:xfrm>
        </p:grpSpPr>
        <p:cxnSp>
          <p:nvCxnSpPr>
            <p:cNvPr id="141" name="Google Shape;141;p13"/>
            <p:cNvCxnSpPr/>
            <p:nvPr/>
          </p:nvCxnSpPr>
          <p:spPr>
            <a:xfrm>
              <a:off x="0" y="251525"/>
              <a:ext cx="8445600" cy="0"/>
            </a:xfrm>
            <a:prstGeom prst="straightConnector1">
              <a:avLst/>
            </a:prstGeom>
            <a:noFill/>
            <a:ln w="9525" cap="flat" cmpd="sng">
              <a:solidFill>
                <a:schemeClr val="dk1"/>
              </a:solidFill>
              <a:prstDash val="solid"/>
              <a:round/>
              <a:headEnd type="none" w="med" len="med"/>
              <a:tailEnd type="none" w="med" len="med"/>
            </a:ln>
          </p:spPr>
        </p:cxnSp>
        <p:cxnSp>
          <p:nvCxnSpPr>
            <p:cNvPr id="142" name="Google Shape;142;p13"/>
            <p:cNvCxnSpPr/>
            <p:nvPr/>
          </p:nvCxnSpPr>
          <p:spPr>
            <a:xfrm>
              <a:off x="8428125" y="251525"/>
              <a:ext cx="724200" cy="0"/>
            </a:xfrm>
            <a:prstGeom prst="straightConnector1">
              <a:avLst/>
            </a:prstGeom>
            <a:noFill/>
            <a:ln w="9525" cap="flat" cmpd="sng">
              <a:solidFill>
                <a:schemeClr val="lt1"/>
              </a:solidFill>
              <a:prstDash val="solid"/>
              <a:round/>
              <a:headEnd type="none" w="med" len="med"/>
              <a:tailEnd type="none" w="med" len="med"/>
            </a:ln>
          </p:spPr>
        </p:cxnSp>
        <p:cxnSp>
          <p:nvCxnSpPr>
            <p:cNvPr id="143" name="Google Shape;143;p13"/>
            <p:cNvCxnSpPr/>
            <p:nvPr/>
          </p:nvCxnSpPr>
          <p:spPr>
            <a:xfrm rot="10800000">
              <a:off x="343300" y="-8275"/>
              <a:ext cx="0" cy="515370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Numbers and text">
  <p:cSld name="BLANK_1_1_1_1_1_1">
    <p:spTree>
      <p:nvGrpSpPr>
        <p:cNvPr id="1" name="Shape 144"/>
        <p:cNvGrpSpPr/>
        <p:nvPr/>
      </p:nvGrpSpPr>
      <p:grpSpPr>
        <a:xfrm>
          <a:off x="0" y="0"/>
          <a:ext cx="0" cy="0"/>
          <a:chOff x="0" y="0"/>
          <a:chExt cx="0" cy="0"/>
        </a:xfrm>
      </p:grpSpPr>
      <p:pic>
        <p:nvPicPr>
          <p:cNvPr id="145" name="Google Shape;145;p14"/>
          <p:cNvPicPr preferRelativeResize="0"/>
          <p:nvPr/>
        </p:nvPicPr>
        <p:blipFill>
          <a:blip r:embed="rId2">
            <a:alphaModFix amt="15000"/>
          </a:blip>
          <a:stretch>
            <a:fillRect/>
          </a:stretch>
        </p:blipFill>
        <p:spPr>
          <a:xfrm>
            <a:off x="0" y="0"/>
            <a:ext cx="9144000" cy="5143500"/>
          </a:xfrm>
          <a:prstGeom prst="rect">
            <a:avLst/>
          </a:prstGeom>
          <a:noFill/>
          <a:ln>
            <a:noFill/>
          </a:ln>
        </p:spPr>
      </p:pic>
      <p:sp>
        <p:nvSpPr>
          <p:cNvPr id="146" name="Google Shape;146;p14"/>
          <p:cNvSpPr/>
          <p:nvPr/>
        </p:nvSpPr>
        <p:spPr>
          <a:xfrm>
            <a:off x="0" y="2395100"/>
            <a:ext cx="9144000" cy="27570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7" name="Google Shape;147;p14"/>
          <p:cNvGrpSpPr/>
          <p:nvPr/>
        </p:nvGrpSpPr>
        <p:grpSpPr>
          <a:xfrm>
            <a:off x="4374938" y="4739233"/>
            <a:ext cx="394125" cy="271800"/>
            <a:chOff x="215225" y="4734875"/>
            <a:chExt cx="394125" cy="271800"/>
          </a:xfrm>
        </p:grpSpPr>
        <p:sp>
          <p:nvSpPr>
            <p:cNvPr id="148" name="Google Shape;148;p14"/>
            <p:cNvSpPr/>
            <p:nvPr/>
          </p:nvSpPr>
          <p:spPr>
            <a:xfrm>
              <a:off x="215225" y="4734875"/>
              <a:ext cx="271800" cy="2718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14"/>
            <p:cNvSpPr/>
            <p:nvPr/>
          </p:nvSpPr>
          <p:spPr>
            <a:xfrm>
              <a:off x="337550" y="4734875"/>
              <a:ext cx="271800" cy="2718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0" name="Google Shape;150;p14"/>
          <p:cNvGrpSpPr/>
          <p:nvPr/>
        </p:nvGrpSpPr>
        <p:grpSpPr>
          <a:xfrm>
            <a:off x="342700" y="-50"/>
            <a:ext cx="0" cy="5152250"/>
            <a:chOff x="8804325" y="-50"/>
            <a:chExt cx="0" cy="5152250"/>
          </a:xfrm>
        </p:grpSpPr>
        <p:cxnSp>
          <p:nvCxnSpPr>
            <p:cNvPr id="151" name="Google Shape;151;p14"/>
            <p:cNvCxnSpPr/>
            <p:nvPr/>
          </p:nvCxnSpPr>
          <p:spPr>
            <a:xfrm rot="10800000">
              <a:off x="8804325" y="2399100"/>
              <a:ext cx="0" cy="2753100"/>
            </a:xfrm>
            <a:prstGeom prst="straightConnector1">
              <a:avLst/>
            </a:prstGeom>
            <a:noFill/>
            <a:ln w="9525" cap="flat" cmpd="sng">
              <a:solidFill>
                <a:schemeClr val="lt1"/>
              </a:solidFill>
              <a:prstDash val="solid"/>
              <a:round/>
              <a:headEnd type="none" w="med" len="med"/>
              <a:tailEnd type="none" w="med" len="med"/>
            </a:ln>
          </p:spPr>
        </p:cxnSp>
        <p:cxnSp>
          <p:nvCxnSpPr>
            <p:cNvPr id="152" name="Google Shape;152;p14"/>
            <p:cNvCxnSpPr/>
            <p:nvPr/>
          </p:nvCxnSpPr>
          <p:spPr>
            <a:xfrm rot="10800000">
              <a:off x="8804325" y="-50"/>
              <a:ext cx="0" cy="2405400"/>
            </a:xfrm>
            <a:prstGeom prst="straightConnector1">
              <a:avLst/>
            </a:prstGeom>
            <a:noFill/>
            <a:ln w="9525" cap="flat" cmpd="sng">
              <a:solidFill>
                <a:schemeClr val="dk1"/>
              </a:solidFill>
              <a:prstDash val="solid"/>
              <a:round/>
              <a:headEnd type="none" w="med" len="med"/>
              <a:tailEnd type="none" w="med" len="med"/>
            </a:ln>
          </p:spPr>
        </p:cxnSp>
      </p:grpSp>
      <p:cxnSp>
        <p:nvCxnSpPr>
          <p:cNvPr id="153" name="Google Shape;153;p14"/>
          <p:cNvCxnSpPr/>
          <p:nvPr/>
        </p:nvCxnSpPr>
        <p:spPr>
          <a:xfrm>
            <a:off x="-286075" y="534000"/>
            <a:ext cx="9896700" cy="0"/>
          </a:xfrm>
          <a:prstGeom prst="straightConnector1">
            <a:avLst/>
          </a:prstGeom>
          <a:noFill/>
          <a:ln w="9525" cap="flat" cmpd="sng">
            <a:solidFill>
              <a:schemeClr val="dk1"/>
            </a:solidFill>
            <a:prstDash val="solid"/>
            <a:round/>
            <a:headEnd type="none" w="med" len="med"/>
            <a:tailEnd type="none" w="med" len="med"/>
          </a:ln>
        </p:spPr>
      </p:cxnSp>
      <p:sp>
        <p:nvSpPr>
          <p:cNvPr id="154" name="Google Shape;154;p14"/>
          <p:cNvSpPr txBox="1">
            <a:spLocks noGrp="1"/>
          </p:cNvSpPr>
          <p:nvPr>
            <p:ph type="title" hasCustomPrompt="1"/>
          </p:nvPr>
        </p:nvSpPr>
        <p:spPr>
          <a:xfrm>
            <a:off x="798388" y="2748375"/>
            <a:ext cx="3492600" cy="7689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4800">
                <a:solidFill>
                  <a:schemeClr val="lt1"/>
                </a:solidFill>
              </a:defRPr>
            </a:lvl1pPr>
            <a:lvl2pPr lvl="1" algn="ctr" rtl="0">
              <a:spcBef>
                <a:spcPts val="0"/>
              </a:spcBef>
              <a:spcAft>
                <a:spcPts val="0"/>
              </a:spcAft>
              <a:buClr>
                <a:schemeClr val="lt1"/>
              </a:buClr>
              <a:buSzPts val="6000"/>
              <a:buNone/>
              <a:defRPr sz="6000" b="1">
                <a:solidFill>
                  <a:schemeClr val="lt1"/>
                </a:solidFill>
              </a:defRPr>
            </a:lvl2pPr>
            <a:lvl3pPr lvl="2" algn="ctr" rtl="0">
              <a:spcBef>
                <a:spcPts val="0"/>
              </a:spcBef>
              <a:spcAft>
                <a:spcPts val="0"/>
              </a:spcAft>
              <a:buClr>
                <a:schemeClr val="lt1"/>
              </a:buClr>
              <a:buSzPts val="6000"/>
              <a:buNone/>
              <a:defRPr sz="6000" b="1">
                <a:solidFill>
                  <a:schemeClr val="lt1"/>
                </a:solidFill>
              </a:defRPr>
            </a:lvl3pPr>
            <a:lvl4pPr lvl="3" algn="ctr" rtl="0">
              <a:spcBef>
                <a:spcPts val="0"/>
              </a:spcBef>
              <a:spcAft>
                <a:spcPts val="0"/>
              </a:spcAft>
              <a:buClr>
                <a:schemeClr val="lt1"/>
              </a:buClr>
              <a:buSzPts val="6000"/>
              <a:buNone/>
              <a:defRPr sz="6000" b="1">
                <a:solidFill>
                  <a:schemeClr val="lt1"/>
                </a:solidFill>
              </a:defRPr>
            </a:lvl4pPr>
            <a:lvl5pPr lvl="4" algn="ctr" rtl="0">
              <a:spcBef>
                <a:spcPts val="0"/>
              </a:spcBef>
              <a:spcAft>
                <a:spcPts val="0"/>
              </a:spcAft>
              <a:buClr>
                <a:schemeClr val="lt1"/>
              </a:buClr>
              <a:buSzPts val="6000"/>
              <a:buNone/>
              <a:defRPr sz="6000" b="1">
                <a:solidFill>
                  <a:schemeClr val="lt1"/>
                </a:solidFill>
              </a:defRPr>
            </a:lvl5pPr>
            <a:lvl6pPr lvl="5" algn="ctr" rtl="0">
              <a:spcBef>
                <a:spcPts val="0"/>
              </a:spcBef>
              <a:spcAft>
                <a:spcPts val="0"/>
              </a:spcAft>
              <a:buClr>
                <a:schemeClr val="lt1"/>
              </a:buClr>
              <a:buSzPts val="6000"/>
              <a:buNone/>
              <a:defRPr sz="6000" b="1">
                <a:solidFill>
                  <a:schemeClr val="lt1"/>
                </a:solidFill>
              </a:defRPr>
            </a:lvl6pPr>
            <a:lvl7pPr lvl="6" algn="ctr" rtl="0">
              <a:spcBef>
                <a:spcPts val="0"/>
              </a:spcBef>
              <a:spcAft>
                <a:spcPts val="0"/>
              </a:spcAft>
              <a:buClr>
                <a:schemeClr val="lt1"/>
              </a:buClr>
              <a:buSzPts val="6000"/>
              <a:buNone/>
              <a:defRPr sz="6000" b="1">
                <a:solidFill>
                  <a:schemeClr val="lt1"/>
                </a:solidFill>
              </a:defRPr>
            </a:lvl7pPr>
            <a:lvl8pPr lvl="7" algn="ctr" rtl="0">
              <a:spcBef>
                <a:spcPts val="0"/>
              </a:spcBef>
              <a:spcAft>
                <a:spcPts val="0"/>
              </a:spcAft>
              <a:buClr>
                <a:schemeClr val="lt1"/>
              </a:buClr>
              <a:buSzPts val="6000"/>
              <a:buNone/>
              <a:defRPr sz="6000" b="1">
                <a:solidFill>
                  <a:schemeClr val="lt1"/>
                </a:solidFill>
              </a:defRPr>
            </a:lvl8pPr>
            <a:lvl9pPr lvl="8" algn="ctr" rtl="0">
              <a:spcBef>
                <a:spcPts val="0"/>
              </a:spcBef>
              <a:spcAft>
                <a:spcPts val="0"/>
              </a:spcAft>
              <a:buClr>
                <a:schemeClr val="lt1"/>
              </a:buClr>
              <a:buSzPts val="6000"/>
              <a:buNone/>
              <a:defRPr sz="6000" b="1">
                <a:solidFill>
                  <a:schemeClr val="lt1"/>
                </a:solidFill>
              </a:defRPr>
            </a:lvl9pPr>
          </a:lstStyle>
          <a:p>
            <a:r>
              <a:t>xx%</a:t>
            </a:r>
          </a:p>
        </p:txBody>
      </p:sp>
      <p:sp>
        <p:nvSpPr>
          <p:cNvPr id="155" name="Google Shape;155;p14"/>
          <p:cNvSpPr txBox="1">
            <a:spLocks noGrp="1"/>
          </p:cNvSpPr>
          <p:nvPr>
            <p:ph type="subTitle" idx="1"/>
          </p:nvPr>
        </p:nvSpPr>
        <p:spPr>
          <a:xfrm>
            <a:off x="798388" y="3507297"/>
            <a:ext cx="3492600" cy="598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200"/>
              <a:buNone/>
              <a:defRPr sz="1400">
                <a:solidFill>
                  <a:schemeClr val="lt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0"/>
              </a:spcBef>
              <a:spcAft>
                <a:spcPts val="0"/>
              </a:spcAft>
              <a:buClr>
                <a:schemeClr val="dk1"/>
              </a:buClr>
              <a:buSzPts val="1200"/>
              <a:buNone/>
              <a:defRPr>
                <a:solidFill>
                  <a:schemeClr val="dk1"/>
                </a:solidFill>
              </a:defRPr>
            </a:lvl3pPr>
            <a:lvl4pPr lvl="3" algn="ctr" rtl="0">
              <a:lnSpc>
                <a:spcPct val="100000"/>
              </a:lnSpc>
              <a:spcBef>
                <a:spcPts val="0"/>
              </a:spcBef>
              <a:spcAft>
                <a:spcPts val="0"/>
              </a:spcAft>
              <a:buClr>
                <a:schemeClr val="dk1"/>
              </a:buClr>
              <a:buSzPts val="1200"/>
              <a:buNone/>
              <a:defRPr>
                <a:solidFill>
                  <a:schemeClr val="dk1"/>
                </a:solidFill>
              </a:defRPr>
            </a:lvl4pPr>
            <a:lvl5pPr lvl="4" algn="ctr" rtl="0">
              <a:lnSpc>
                <a:spcPct val="100000"/>
              </a:lnSpc>
              <a:spcBef>
                <a:spcPts val="0"/>
              </a:spcBef>
              <a:spcAft>
                <a:spcPts val="0"/>
              </a:spcAft>
              <a:buClr>
                <a:schemeClr val="dk1"/>
              </a:buClr>
              <a:buSzPts val="1200"/>
              <a:buNone/>
              <a:defRPr>
                <a:solidFill>
                  <a:schemeClr val="dk1"/>
                </a:solidFill>
              </a:defRPr>
            </a:lvl5pPr>
            <a:lvl6pPr lvl="5" algn="ctr" rtl="0">
              <a:lnSpc>
                <a:spcPct val="100000"/>
              </a:lnSpc>
              <a:spcBef>
                <a:spcPts val="0"/>
              </a:spcBef>
              <a:spcAft>
                <a:spcPts val="0"/>
              </a:spcAft>
              <a:buClr>
                <a:schemeClr val="dk1"/>
              </a:buClr>
              <a:buSzPts val="1200"/>
              <a:buNone/>
              <a:defRPr>
                <a:solidFill>
                  <a:schemeClr val="dk1"/>
                </a:solidFill>
              </a:defRPr>
            </a:lvl6pPr>
            <a:lvl7pPr lvl="6" algn="ctr" rtl="0">
              <a:lnSpc>
                <a:spcPct val="100000"/>
              </a:lnSpc>
              <a:spcBef>
                <a:spcPts val="0"/>
              </a:spcBef>
              <a:spcAft>
                <a:spcPts val="0"/>
              </a:spcAft>
              <a:buClr>
                <a:schemeClr val="dk1"/>
              </a:buClr>
              <a:buSzPts val="1200"/>
              <a:buNone/>
              <a:defRPr>
                <a:solidFill>
                  <a:schemeClr val="dk1"/>
                </a:solidFill>
              </a:defRPr>
            </a:lvl7pPr>
            <a:lvl8pPr lvl="7" algn="ctr" rtl="0">
              <a:lnSpc>
                <a:spcPct val="100000"/>
              </a:lnSpc>
              <a:spcBef>
                <a:spcPts val="0"/>
              </a:spcBef>
              <a:spcAft>
                <a:spcPts val="0"/>
              </a:spcAft>
              <a:buClr>
                <a:schemeClr val="dk1"/>
              </a:buClr>
              <a:buSzPts val="1200"/>
              <a:buNone/>
              <a:defRPr>
                <a:solidFill>
                  <a:schemeClr val="dk1"/>
                </a:solidFill>
              </a:defRPr>
            </a:lvl8pPr>
            <a:lvl9pPr lvl="8" algn="ctr" rtl="0">
              <a:lnSpc>
                <a:spcPct val="100000"/>
              </a:lnSpc>
              <a:spcBef>
                <a:spcPts val="0"/>
              </a:spcBef>
              <a:spcAft>
                <a:spcPts val="0"/>
              </a:spcAft>
              <a:buClr>
                <a:schemeClr val="dk1"/>
              </a:buClr>
              <a:buSzPts val="1200"/>
              <a:buNone/>
              <a:defRPr>
                <a:solidFill>
                  <a:schemeClr val="dk1"/>
                </a:solidFill>
              </a:defRPr>
            </a:lvl9pPr>
          </a:lstStyle>
          <a:p>
            <a:endParaRPr/>
          </a:p>
        </p:txBody>
      </p:sp>
      <p:sp>
        <p:nvSpPr>
          <p:cNvPr id="156" name="Google Shape;156;p14"/>
          <p:cNvSpPr txBox="1">
            <a:spLocks noGrp="1"/>
          </p:cNvSpPr>
          <p:nvPr>
            <p:ph type="title" idx="2" hasCustomPrompt="1"/>
          </p:nvPr>
        </p:nvSpPr>
        <p:spPr>
          <a:xfrm>
            <a:off x="2825700" y="1037389"/>
            <a:ext cx="3492600" cy="7689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4800"/>
            </a:lvl1pPr>
            <a:lvl2pPr lvl="1" algn="ctr" rtl="0">
              <a:spcBef>
                <a:spcPts val="0"/>
              </a:spcBef>
              <a:spcAft>
                <a:spcPts val="0"/>
              </a:spcAft>
              <a:buClr>
                <a:schemeClr val="lt1"/>
              </a:buClr>
              <a:buSzPts val="6000"/>
              <a:buNone/>
              <a:defRPr sz="6000" b="1">
                <a:solidFill>
                  <a:schemeClr val="lt1"/>
                </a:solidFill>
              </a:defRPr>
            </a:lvl2pPr>
            <a:lvl3pPr lvl="2" algn="ctr" rtl="0">
              <a:spcBef>
                <a:spcPts val="0"/>
              </a:spcBef>
              <a:spcAft>
                <a:spcPts val="0"/>
              </a:spcAft>
              <a:buClr>
                <a:schemeClr val="lt1"/>
              </a:buClr>
              <a:buSzPts val="6000"/>
              <a:buNone/>
              <a:defRPr sz="6000" b="1">
                <a:solidFill>
                  <a:schemeClr val="lt1"/>
                </a:solidFill>
              </a:defRPr>
            </a:lvl3pPr>
            <a:lvl4pPr lvl="3" algn="ctr" rtl="0">
              <a:spcBef>
                <a:spcPts val="0"/>
              </a:spcBef>
              <a:spcAft>
                <a:spcPts val="0"/>
              </a:spcAft>
              <a:buClr>
                <a:schemeClr val="lt1"/>
              </a:buClr>
              <a:buSzPts val="6000"/>
              <a:buNone/>
              <a:defRPr sz="6000" b="1">
                <a:solidFill>
                  <a:schemeClr val="lt1"/>
                </a:solidFill>
              </a:defRPr>
            </a:lvl4pPr>
            <a:lvl5pPr lvl="4" algn="ctr" rtl="0">
              <a:spcBef>
                <a:spcPts val="0"/>
              </a:spcBef>
              <a:spcAft>
                <a:spcPts val="0"/>
              </a:spcAft>
              <a:buClr>
                <a:schemeClr val="lt1"/>
              </a:buClr>
              <a:buSzPts val="6000"/>
              <a:buNone/>
              <a:defRPr sz="6000" b="1">
                <a:solidFill>
                  <a:schemeClr val="lt1"/>
                </a:solidFill>
              </a:defRPr>
            </a:lvl5pPr>
            <a:lvl6pPr lvl="5" algn="ctr" rtl="0">
              <a:spcBef>
                <a:spcPts val="0"/>
              </a:spcBef>
              <a:spcAft>
                <a:spcPts val="0"/>
              </a:spcAft>
              <a:buClr>
                <a:schemeClr val="lt1"/>
              </a:buClr>
              <a:buSzPts val="6000"/>
              <a:buNone/>
              <a:defRPr sz="6000" b="1">
                <a:solidFill>
                  <a:schemeClr val="lt1"/>
                </a:solidFill>
              </a:defRPr>
            </a:lvl6pPr>
            <a:lvl7pPr lvl="6" algn="ctr" rtl="0">
              <a:spcBef>
                <a:spcPts val="0"/>
              </a:spcBef>
              <a:spcAft>
                <a:spcPts val="0"/>
              </a:spcAft>
              <a:buClr>
                <a:schemeClr val="lt1"/>
              </a:buClr>
              <a:buSzPts val="6000"/>
              <a:buNone/>
              <a:defRPr sz="6000" b="1">
                <a:solidFill>
                  <a:schemeClr val="lt1"/>
                </a:solidFill>
              </a:defRPr>
            </a:lvl7pPr>
            <a:lvl8pPr lvl="7" algn="ctr" rtl="0">
              <a:spcBef>
                <a:spcPts val="0"/>
              </a:spcBef>
              <a:spcAft>
                <a:spcPts val="0"/>
              </a:spcAft>
              <a:buClr>
                <a:schemeClr val="lt1"/>
              </a:buClr>
              <a:buSzPts val="6000"/>
              <a:buNone/>
              <a:defRPr sz="6000" b="1">
                <a:solidFill>
                  <a:schemeClr val="lt1"/>
                </a:solidFill>
              </a:defRPr>
            </a:lvl8pPr>
            <a:lvl9pPr lvl="8" algn="ctr" rtl="0">
              <a:spcBef>
                <a:spcPts val="0"/>
              </a:spcBef>
              <a:spcAft>
                <a:spcPts val="0"/>
              </a:spcAft>
              <a:buClr>
                <a:schemeClr val="lt1"/>
              </a:buClr>
              <a:buSzPts val="6000"/>
              <a:buNone/>
              <a:defRPr sz="6000" b="1">
                <a:solidFill>
                  <a:schemeClr val="lt1"/>
                </a:solidFill>
              </a:defRPr>
            </a:lvl9pPr>
          </a:lstStyle>
          <a:p>
            <a:r>
              <a:t>xx%</a:t>
            </a:r>
          </a:p>
        </p:txBody>
      </p:sp>
      <p:sp>
        <p:nvSpPr>
          <p:cNvPr id="157" name="Google Shape;157;p14"/>
          <p:cNvSpPr txBox="1">
            <a:spLocks noGrp="1"/>
          </p:cNvSpPr>
          <p:nvPr>
            <p:ph type="subTitle" idx="3"/>
          </p:nvPr>
        </p:nvSpPr>
        <p:spPr>
          <a:xfrm>
            <a:off x="2825700" y="1796301"/>
            <a:ext cx="3492600" cy="598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200"/>
              <a:buNone/>
              <a:defRPr sz="1400">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0"/>
              </a:spcBef>
              <a:spcAft>
                <a:spcPts val="0"/>
              </a:spcAft>
              <a:buClr>
                <a:schemeClr val="dk1"/>
              </a:buClr>
              <a:buSzPts val="1200"/>
              <a:buNone/>
              <a:defRPr>
                <a:solidFill>
                  <a:schemeClr val="dk1"/>
                </a:solidFill>
              </a:defRPr>
            </a:lvl3pPr>
            <a:lvl4pPr lvl="3" algn="ctr" rtl="0">
              <a:lnSpc>
                <a:spcPct val="100000"/>
              </a:lnSpc>
              <a:spcBef>
                <a:spcPts val="0"/>
              </a:spcBef>
              <a:spcAft>
                <a:spcPts val="0"/>
              </a:spcAft>
              <a:buClr>
                <a:schemeClr val="dk1"/>
              </a:buClr>
              <a:buSzPts val="1200"/>
              <a:buNone/>
              <a:defRPr>
                <a:solidFill>
                  <a:schemeClr val="dk1"/>
                </a:solidFill>
              </a:defRPr>
            </a:lvl4pPr>
            <a:lvl5pPr lvl="4" algn="ctr" rtl="0">
              <a:lnSpc>
                <a:spcPct val="100000"/>
              </a:lnSpc>
              <a:spcBef>
                <a:spcPts val="0"/>
              </a:spcBef>
              <a:spcAft>
                <a:spcPts val="0"/>
              </a:spcAft>
              <a:buClr>
                <a:schemeClr val="dk1"/>
              </a:buClr>
              <a:buSzPts val="1200"/>
              <a:buNone/>
              <a:defRPr>
                <a:solidFill>
                  <a:schemeClr val="dk1"/>
                </a:solidFill>
              </a:defRPr>
            </a:lvl5pPr>
            <a:lvl6pPr lvl="5" algn="ctr" rtl="0">
              <a:lnSpc>
                <a:spcPct val="100000"/>
              </a:lnSpc>
              <a:spcBef>
                <a:spcPts val="0"/>
              </a:spcBef>
              <a:spcAft>
                <a:spcPts val="0"/>
              </a:spcAft>
              <a:buClr>
                <a:schemeClr val="dk1"/>
              </a:buClr>
              <a:buSzPts val="1200"/>
              <a:buNone/>
              <a:defRPr>
                <a:solidFill>
                  <a:schemeClr val="dk1"/>
                </a:solidFill>
              </a:defRPr>
            </a:lvl6pPr>
            <a:lvl7pPr lvl="6" algn="ctr" rtl="0">
              <a:lnSpc>
                <a:spcPct val="100000"/>
              </a:lnSpc>
              <a:spcBef>
                <a:spcPts val="0"/>
              </a:spcBef>
              <a:spcAft>
                <a:spcPts val="0"/>
              </a:spcAft>
              <a:buClr>
                <a:schemeClr val="dk1"/>
              </a:buClr>
              <a:buSzPts val="1200"/>
              <a:buNone/>
              <a:defRPr>
                <a:solidFill>
                  <a:schemeClr val="dk1"/>
                </a:solidFill>
              </a:defRPr>
            </a:lvl7pPr>
            <a:lvl8pPr lvl="7" algn="ctr" rtl="0">
              <a:lnSpc>
                <a:spcPct val="100000"/>
              </a:lnSpc>
              <a:spcBef>
                <a:spcPts val="0"/>
              </a:spcBef>
              <a:spcAft>
                <a:spcPts val="0"/>
              </a:spcAft>
              <a:buClr>
                <a:schemeClr val="dk1"/>
              </a:buClr>
              <a:buSzPts val="1200"/>
              <a:buNone/>
              <a:defRPr>
                <a:solidFill>
                  <a:schemeClr val="dk1"/>
                </a:solidFill>
              </a:defRPr>
            </a:lvl8pPr>
            <a:lvl9pPr lvl="8" algn="ctr" rtl="0">
              <a:lnSpc>
                <a:spcPct val="100000"/>
              </a:lnSpc>
              <a:spcBef>
                <a:spcPts val="0"/>
              </a:spcBef>
              <a:spcAft>
                <a:spcPts val="0"/>
              </a:spcAft>
              <a:buClr>
                <a:schemeClr val="dk1"/>
              </a:buClr>
              <a:buSzPts val="1200"/>
              <a:buNone/>
              <a:defRPr>
                <a:solidFill>
                  <a:schemeClr val="dk1"/>
                </a:solidFill>
              </a:defRPr>
            </a:lvl9pPr>
          </a:lstStyle>
          <a:p>
            <a:endParaRPr/>
          </a:p>
        </p:txBody>
      </p:sp>
      <p:sp>
        <p:nvSpPr>
          <p:cNvPr id="158" name="Google Shape;158;p14"/>
          <p:cNvSpPr txBox="1">
            <a:spLocks noGrp="1"/>
          </p:cNvSpPr>
          <p:nvPr>
            <p:ph type="title" idx="4" hasCustomPrompt="1"/>
          </p:nvPr>
        </p:nvSpPr>
        <p:spPr>
          <a:xfrm>
            <a:off x="4853013" y="2748375"/>
            <a:ext cx="3492600" cy="7689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4800">
                <a:solidFill>
                  <a:schemeClr val="lt1"/>
                </a:solidFill>
              </a:defRPr>
            </a:lvl1pPr>
            <a:lvl2pPr lvl="1" algn="ctr" rtl="0">
              <a:spcBef>
                <a:spcPts val="0"/>
              </a:spcBef>
              <a:spcAft>
                <a:spcPts val="0"/>
              </a:spcAft>
              <a:buClr>
                <a:schemeClr val="lt1"/>
              </a:buClr>
              <a:buSzPts val="6000"/>
              <a:buNone/>
              <a:defRPr sz="6000" b="1">
                <a:solidFill>
                  <a:schemeClr val="lt1"/>
                </a:solidFill>
              </a:defRPr>
            </a:lvl2pPr>
            <a:lvl3pPr lvl="2" algn="ctr" rtl="0">
              <a:spcBef>
                <a:spcPts val="0"/>
              </a:spcBef>
              <a:spcAft>
                <a:spcPts val="0"/>
              </a:spcAft>
              <a:buClr>
                <a:schemeClr val="lt1"/>
              </a:buClr>
              <a:buSzPts val="6000"/>
              <a:buNone/>
              <a:defRPr sz="6000" b="1">
                <a:solidFill>
                  <a:schemeClr val="lt1"/>
                </a:solidFill>
              </a:defRPr>
            </a:lvl3pPr>
            <a:lvl4pPr lvl="3" algn="ctr" rtl="0">
              <a:spcBef>
                <a:spcPts val="0"/>
              </a:spcBef>
              <a:spcAft>
                <a:spcPts val="0"/>
              </a:spcAft>
              <a:buClr>
                <a:schemeClr val="lt1"/>
              </a:buClr>
              <a:buSzPts val="6000"/>
              <a:buNone/>
              <a:defRPr sz="6000" b="1">
                <a:solidFill>
                  <a:schemeClr val="lt1"/>
                </a:solidFill>
              </a:defRPr>
            </a:lvl4pPr>
            <a:lvl5pPr lvl="4" algn="ctr" rtl="0">
              <a:spcBef>
                <a:spcPts val="0"/>
              </a:spcBef>
              <a:spcAft>
                <a:spcPts val="0"/>
              </a:spcAft>
              <a:buClr>
                <a:schemeClr val="lt1"/>
              </a:buClr>
              <a:buSzPts val="6000"/>
              <a:buNone/>
              <a:defRPr sz="6000" b="1">
                <a:solidFill>
                  <a:schemeClr val="lt1"/>
                </a:solidFill>
              </a:defRPr>
            </a:lvl5pPr>
            <a:lvl6pPr lvl="5" algn="ctr" rtl="0">
              <a:spcBef>
                <a:spcPts val="0"/>
              </a:spcBef>
              <a:spcAft>
                <a:spcPts val="0"/>
              </a:spcAft>
              <a:buClr>
                <a:schemeClr val="lt1"/>
              </a:buClr>
              <a:buSzPts val="6000"/>
              <a:buNone/>
              <a:defRPr sz="6000" b="1">
                <a:solidFill>
                  <a:schemeClr val="lt1"/>
                </a:solidFill>
              </a:defRPr>
            </a:lvl6pPr>
            <a:lvl7pPr lvl="6" algn="ctr" rtl="0">
              <a:spcBef>
                <a:spcPts val="0"/>
              </a:spcBef>
              <a:spcAft>
                <a:spcPts val="0"/>
              </a:spcAft>
              <a:buClr>
                <a:schemeClr val="lt1"/>
              </a:buClr>
              <a:buSzPts val="6000"/>
              <a:buNone/>
              <a:defRPr sz="6000" b="1">
                <a:solidFill>
                  <a:schemeClr val="lt1"/>
                </a:solidFill>
              </a:defRPr>
            </a:lvl7pPr>
            <a:lvl8pPr lvl="7" algn="ctr" rtl="0">
              <a:spcBef>
                <a:spcPts val="0"/>
              </a:spcBef>
              <a:spcAft>
                <a:spcPts val="0"/>
              </a:spcAft>
              <a:buClr>
                <a:schemeClr val="lt1"/>
              </a:buClr>
              <a:buSzPts val="6000"/>
              <a:buNone/>
              <a:defRPr sz="6000" b="1">
                <a:solidFill>
                  <a:schemeClr val="lt1"/>
                </a:solidFill>
              </a:defRPr>
            </a:lvl8pPr>
            <a:lvl9pPr lvl="8" algn="ctr" rtl="0">
              <a:spcBef>
                <a:spcPts val="0"/>
              </a:spcBef>
              <a:spcAft>
                <a:spcPts val="0"/>
              </a:spcAft>
              <a:buClr>
                <a:schemeClr val="lt1"/>
              </a:buClr>
              <a:buSzPts val="6000"/>
              <a:buNone/>
              <a:defRPr sz="6000" b="1">
                <a:solidFill>
                  <a:schemeClr val="lt1"/>
                </a:solidFill>
              </a:defRPr>
            </a:lvl9pPr>
          </a:lstStyle>
          <a:p>
            <a:r>
              <a:t>xx%</a:t>
            </a:r>
          </a:p>
        </p:txBody>
      </p:sp>
      <p:sp>
        <p:nvSpPr>
          <p:cNvPr id="159" name="Google Shape;159;p14"/>
          <p:cNvSpPr txBox="1">
            <a:spLocks noGrp="1"/>
          </p:cNvSpPr>
          <p:nvPr>
            <p:ph type="subTitle" idx="5"/>
          </p:nvPr>
        </p:nvSpPr>
        <p:spPr>
          <a:xfrm>
            <a:off x="4853013" y="3507297"/>
            <a:ext cx="3492600" cy="598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200"/>
              <a:buNone/>
              <a:defRPr sz="1400">
                <a:solidFill>
                  <a:schemeClr val="lt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0"/>
              </a:spcBef>
              <a:spcAft>
                <a:spcPts val="0"/>
              </a:spcAft>
              <a:buClr>
                <a:schemeClr val="dk1"/>
              </a:buClr>
              <a:buSzPts val="1200"/>
              <a:buNone/>
              <a:defRPr>
                <a:solidFill>
                  <a:schemeClr val="dk1"/>
                </a:solidFill>
              </a:defRPr>
            </a:lvl3pPr>
            <a:lvl4pPr lvl="3" algn="ctr" rtl="0">
              <a:lnSpc>
                <a:spcPct val="100000"/>
              </a:lnSpc>
              <a:spcBef>
                <a:spcPts val="0"/>
              </a:spcBef>
              <a:spcAft>
                <a:spcPts val="0"/>
              </a:spcAft>
              <a:buClr>
                <a:schemeClr val="dk1"/>
              </a:buClr>
              <a:buSzPts val="1200"/>
              <a:buNone/>
              <a:defRPr>
                <a:solidFill>
                  <a:schemeClr val="dk1"/>
                </a:solidFill>
              </a:defRPr>
            </a:lvl4pPr>
            <a:lvl5pPr lvl="4" algn="ctr" rtl="0">
              <a:lnSpc>
                <a:spcPct val="100000"/>
              </a:lnSpc>
              <a:spcBef>
                <a:spcPts val="0"/>
              </a:spcBef>
              <a:spcAft>
                <a:spcPts val="0"/>
              </a:spcAft>
              <a:buClr>
                <a:schemeClr val="dk1"/>
              </a:buClr>
              <a:buSzPts val="1200"/>
              <a:buNone/>
              <a:defRPr>
                <a:solidFill>
                  <a:schemeClr val="dk1"/>
                </a:solidFill>
              </a:defRPr>
            </a:lvl5pPr>
            <a:lvl6pPr lvl="5" algn="ctr" rtl="0">
              <a:lnSpc>
                <a:spcPct val="100000"/>
              </a:lnSpc>
              <a:spcBef>
                <a:spcPts val="0"/>
              </a:spcBef>
              <a:spcAft>
                <a:spcPts val="0"/>
              </a:spcAft>
              <a:buClr>
                <a:schemeClr val="dk1"/>
              </a:buClr>
              <a:buSzPts val="1200"/>
              <a:buNone/>
              <a:defRPr>
                <a:solidFill>
                  <a:schemeClr val="dk1"/>
                </a:solidFill>
              </a:defRPr>
            </a:lvl6pPr>
            <a:lvl7pPr lvl="6" algn="ctr" rtl="0">
              <a:lnSpc>
                <a:spcPct val="100000"/>
              </a:lnSpc>
              <a:spcBef>
                <a:spcPts val="0"/>
              </a:spcBef>
              <a:spcAft>
                <a:spcPts val="0"/>
              </a:spcAft>
              <a:buClr>
                <a:schemeClr val="dk1"/>
              </a:buClr>
              <a:buSzPts val="1200"/>
              <a:buNone/>
              <a:defRPr>
                <a:solidFill>
                  <a:schemeClr val="dk1"/>
                </a:solidFill>
              </a:defRPr>
            </a:lvl7pPr>
            <a:lvl8pPr lvl="7" algn="ctr" rtl="0">
              <a:lnSpc>
                <a:spcPct val="100000"/>
              </a:lnSpc>
              <a:spcBef>
                <a:spcPts val="0"/>
              </a:spcBef>
              <a:spcAft>
                <a:spcPts val="0"/>
              </a:spcAft>
              <a:buClr>
                <a:schemeClr val="dk1"/>
              </a:buClr>
              <a:buSzPts val="1200"/>
              <a:buNone/>
              <a:defRPr>
                <a:solidFill>
                  <a:schemeClr val="dk1"/>
                </a:solidFill>
              </a:defRPr>
            </a:lvl8pPr>
            <a:lvl9pPr lvl="8" algn="ctr" rtl="0">
              <a:lnSpc>
                <a:spcPct val="100000"/>
              </a:lnSpc>
              <a:spcBef>
                <a:spcPts val="0"/>
              </a:spcBef>
              <a:spcAft>
                <a:spcPts val="0"/>
              </a:spcAft>
              <a:buClr>
                <a:schemeClr val="dk1"/>
              </a:buClr>
              <a:buSzPts val="1200"/>
              <a:buNone/>
              <a:defRPr>
                <a:solidFill>
                  <a:schemeClr val="dk1"/>
                </a:solidFill>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ext">
  <p:cSld name="CUSTOM_4_1">
    <p:spTree>
      <p:nvGrpSpPr>
        <p:cNvPr id="1" name="Shape 160"/>
        <p:cNvGrpSpPr/>
        <p:nvPr/>
      </p:nvGrpSpPr>
      <p:grpSpPr>
        <a:xfrm>
          <a:off x="0" y="0"/>
          <a:ext cx="0" cy="0"/>
          <a:chOff x="0" y="0"/>
          <a:chExt cx="0" cy="0"/>
        </a:xfrm>
      </p:grpSpPr>
      <p:pic>
        <p:nvPicPr>
          <p:cNvPr id="161" name="Google Shape;161;p15"/>
          <p:cNvPicPr preferRelativeResize="0"/>
          <p:nvPr/>
        </p:nvPicPr>
        <p:blipFill>
          <a:blip r:embed="rId2">
            <a:alphaModFix amt="15000"/>
          </a:blip>
          <a:stretch>
            <a:fillRect/>
          </a:stretch>
        </p:blipFill>
        <p:spPr>
          <a:xfrm>
            <a:off x="0" y="0"/>
            <a:ext cx="9144000" cy="5143500"/>
          </a:xfrm>
          <a:prstGeom prst="rect">
            <a:avLst/>
          </a:prstGeom>
          <a:noFill/>
          <a:ln>
            <a:noFill/>
          </a:ln>
        </p:spPr>
      </p:pic>
      <p:sp>
        <p:nvSpPr>
          <p:cNvPr id="162" name="Google Shape;162;p15"/>
          <p:cNvSpPr txBox="1">
            <a:spLocks noGrp="1"/>
          </p:cNvSpPr>
          <p:nvPr>
            <p:ph type="title"/>
          </p:nvPr>
        </p:nvSpPr>
        <p:spPr>
          <a:xfrm>
            <a:off x="720000" y="823225"/>
            <a:ext cx="3123900" cy="6123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63" name="Google Shape;163;p15"/>
          <p:cNvSpPr txBox="1">
            <a:spLocks noGrp="1"/>
          </p:cNvSpPr>
          <p:nvPr>
            <p:ph type="subTitle" idx="1"/>
          </p:nvPr>
        </p:nvSpPr>
        <p:spPr>
          <a:xfrm>
            <a:off x="720000" y="1491175"/>
            <a:ext cx="3123900" cy="895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64" name="Google Shape;164;p15"/>
          <p:cNvSpPr>
            <a:spLocks noGrp="1"/>
          </p:cNvSpPr>
          <p:nvPr>
            <p:ph type="pic" idx="2"/>
          </p:nvPr>
        </p:nvSpPr>
        <p:spPr>
          <a:xfrm>
            <a:off x="6212050" y="535000"/>
            <a:ext cx="2216700" cy="4104000"/>
          </a:xfrm>
          <a:prstGeom prst="rect">
            <a:avLst/>
          </a:prstGeom>
          <a:noFill/>
          <a:ln w="9525" cap="flat" cmpd="sng">
            <a:solidFill>
              <a:schemeClr val="dk1"/>
            </a:solidFill>
            <a:prstDash val="solid"/>
            <a:round/>
            <a:headEnd type="none" w="sm" len="sm"/>
            <a:tailEnd type="none" w="sm" len="sm"/>
          </a:ln>
        </p:spPr>
      </p:sp>
      <p:sp>
        <p:nvSpPr>
          <p:cNvPr id="165" name="Google Shape;165;p15"/>
          <p:cNvSpPr>
            <a:spLocks noGrp="1"/>
          </p:cNvSpPr>
          <p:nvPr>
            <p:ph type="pic" idx="3"/>
          </p:nvPr>
        </p:nvSpPr>
        <p:spPr>
          <a:xfrm>
            <a:off x="715100" y="2701800"/>
            <a:ext cx="2541000" cy="1937100"/>
          </a:xfrm>
          <a:prstGeom prst="rect">
            <a:avLst/>
          </a:prstGeom>
          <a:noFill/>
          <a:ln w="9525" cap="flat" cmpd="sng">
            <a:solidFill>
              <a:schemeClr val="dk1"/>
            </a:solidFill>
            <a:prstDash val="solid"/>
            <a:round/>
            <a:headEnd type="none" w="sm" len="sm"/>
            <a:tailEnd type="none" w="sm" len="sm"/>
          </a:ln>
        </p:spPr>
      </p:sp>
      <p:sp>
        <p:nvSpPr>
          <p:cNvPr id="166" name="Google Shape;166;p15"/>
          <p:cNvSpPr>
            <a:spLocks noGrp="1"/>
          </p:cNvSpPr>
          <p:nvPr>
            <p:ph type="pic" idx="4"/>
          </p:nvPr>
        </p:nvSpPr>
        <p:spPr>
          <a:xfrm>
            <a:off x="3346050" y="2701775"/>
            <a:ext cx="2776200" cy="1937100"/>
          </a:xfrm>
          <a:prstGeom prst="rect">
            <a:avLst/>
          </a:prstGeom>
          <a:noFill/>
          <a:ln w="9525" cap="flat" cmpd="sng">
            <a:solidFill>
              <a:schemeClr val="dk1"/>
            </a:solidFill>
            <a:prstDash val="solid"/>
            <a:round/>
            <a:headEnd type="none" w="sm" len="sm"/>
            <a:tailEnd type="none" w="sm" len="sm"/>
          </a:ln>
        </p:spPr>
      </p:sp>
      <p:sp>
        <p:nvSpPr>
          <p:cNvPr id="167" name="Google Shape;167;p15"/>
          <p:cNvSpPr>
            <a:spLocks noGrp="1"/>
          </p:cNvSpPr>
          <p:nvPr>
            <p:ph type="pic" idx="5"/>
          </p:nvPr>
        </p:nvSpPr>
        <p:spPr>
          <a:xfrm>
            <a:off x="4386900" y="535000"/>
            <a:ext cx="1735200" cy="2064300"/>
          </a:xfrm>
          <a:prstGeom prst="rect">
            <a:avLst/>
          </a:prstGeom>
          <a:noFill/>
          <a:ln w="9525" cap="flat" cmpd="sng">
            <a:solidFill>
              <a:schemeClr val="dk1"/>
            </a:solidFill>
            <a:prstDash val="solid"/>
            <a:round/>
            <a:headEnd type="none" w="sm" len="sm"/>
            <a:tailEnd type="none" w="sm" len="sm"/>
          </a:ln>
        </p:spPr>
      </p:sp>
      <p:sp>
        <p:nvSpPr>
          <p:cNvPr id="168" name="Google Shape;168;p15"/>
          <p:cNvSpPr/>
          <p:nvPr/>
        </p:nvSpPr>
        <p:spPr>
          <a:xfrm>
            <a:off x="-125" y="-11925"/>
            <a:ext cx="9144000" cy="546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9" name="Google Shape;169;p15"/>
          <p:cNvGrpSpPr/>
          <p:nvPr/>
        </p:nvGrpSpPr>
        <p:grpSpPr>
          <a:xfrm>
            <a:off x="4374800" y="123825"/>
            <a:ext cx="394125" cy="271800"/>
            <a:chOff x="215225" y="4734875"/>
            <a:chExt cx="394125" cy="271800"/>
          </a:xfrm>
        </p:grpSpPr>
        <p:sp>
          <p:nvSpPr>
            <p:cNvPr id="170" name="Google Shape;170;p15"/>
            <p:cNvSpPr/>
            <p:nvPr/>
          </p:nvSpPr>
          <p:spPr>
            <a:xfrm>
              <a:off x="215225" y="4734875"/>
              <a:ext cx="271800" cy="2718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15"/>
            <p:cNvSpPr/>
            <p:nvPr/>
          </p:nvSpPr>
          <p:spPr>
            <a:xfrm>
              <a:off x="337550" y="4734875"/>
              <a:ext cx="271800" cy="2718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2" name="Google Shape;172;p15"/>
          <p:cNvGrpSpPr/>
          <p:nvPr/>
        </p:nvGrpSpPr>
        <p:grpSpPr>
          <a:xfrm>
            <a:off x="0" y="-11550"/>
            <a:ext cx="9151800" cy="5156975"/>
            <a:chOff x="0" y="-11550"/>
            <a:chExt cx="9151800" cy="5156975"/>
          </a:xfrm>
        </p:grpSpPr>
        <p:cxnSp>
          <p:nvCxnSpPr>
            <p:cNvPr id="173" name="Google Shape;173;p15"/>
            <p:cNvCxnSpPr/>
            <p:nvPr/>
          </p:nvCxnSpPr>
          <p:spPr>
            <a:xfrm>
              <a:off x="0" y="4897525"/>
              <a:ext cx="9151800" cy="0"/>
            </a:xfrm>
            <a:prstGeom prst="straightConnector1">
              <a:avLst/>
            </a:prstGeom>
            <a:noFill/>
            <a:ln w="9525" cap="flat" cmpd="sng">
              <a:solidFill>
                <a:schemeClr val="dk1"/>
              </a:solidFill>
              <a:prstDash val="solid"/>
              <a:round/>
              <a:headEnd type="none" w="med" len="med"/>
              <a:tailEnd type="none" w="med" len="med"/>
            </a:ln>
          </p:spPr>
        </p:cxnSp>
        <p:grpSp>
          <p:nvGrpSpPr>
            <p:cNvPr id="174" name="Google Shape;174;p15"/>
            <p:cNvGrpSpPr/>
            <p:nvPr/>
          </p:nvGrpSpPr>
          <p:grpSpPr>
            <a:xfrm>
              <a:off x="343300" y="-11550"/>
              <a:ext cx="0" cy="5156975"/>
              <a:chOff x="343300" y="-11550"/>
              <a:chExt cx="0" cy="5156975"/>
            </a:xfrm>
          </p:grpSpPr>
          <p:cxnSp>
            <p:nvCxnSpPr>
              <p:cNvPr id="175" name="Google Shape;175;p15"/>
              <p:cNvCxnSpPr/>
              <p:nvPr/>
            </p:nvCxnSpPr>
            <p:spPr>
              <a:xfrm rot="10800000">
                <a:off x="343300" y="533225"/>
                <a:ext cx="0" cy="4612200"/>
              </a:xfrm>
              <a:prstGeom prst="straightConnector1">
                <a:avLst/>
              </a:prstGeom>
              <a:noFill/>
              <a:ln w="9525" cap="flat" cmpd="sng">
                <a:solidFill>
                  <a:schemeClr val="dk1"/>
                </a:solidFill>
                <a:prstDash val="solid"/>
                <a:round/>
                <a:headEnd type="none" w="med" len="med"/>
                <a:tailEnd type="none" w="med" len="med"/>
              </a:ln>
            </p:spPr>
          </p:cxnSp>
          <p:cxnSp>
            <p:nvCxnSpPr>
              <p:cNvPr id="176" name="Google Shape;176;p15"/>
              <p:cNvCxnSpPr/>
              <p:nvPr/>
            </p:nvCxnSpPr>
            <p:spPr>
              <a:xfrm rot="10800000">
                <a:off x="343300" y="-11550"/>
                <a:ext cx="0" cy="546000"/>
              </a:xfrm>
              <a:prstGeom prst="straightConnector1">
                <a:avLst/>
              </a:prstGeom>
              <a:noFill/>
              <a:ln w="9525" cap="flat" cmpd="sng">
                <a:solidFill>
                  <a:schemeClr val="lt1"/>
                </a:solidFill>
                <a:prstDash val="solid"/>
                <a:round/>
                <a:headEnd type="none" w="med" len="med"/>
                <a:tailEnd type="none" w="med" len="med"/>
              </a:ln>
            </p:spPr>
          </p:cxnSp>
        </p:gr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ext 1">
  <p:cSld name="CUSTOM_4_1_1">
    <p:spTree>
      <p:nvGrpSpPr>
        <p:cNvPr id="1" name="Shape 177"/>
        <p:cNvGrpSpPr/>
        <p:nvPr/>
      </p:nvGrpSpPr>
      <p:grpSpPr>
        <a:xfrm>
          <a:off x="0" y="0"/>
          <a:ext cx="0" cy="0"/>
          <a:chOff x="0" y="0"/>
          <a:chExt cx="0" cy="0"/>
        </a:xfrm>
      </p:grpSpPr>
      <p:pic>
        <p:nvPicPr>
          <p:cNvPr id="178" name="Google Shape;178;p16"/>
          <p:cNvPicPr preferRelativeResize="0"/>
          <p:nvPr/>
        </p:nvPicPr>
        <p:blipFill>
          <a:blip r:embed="rId2">
            <a:alphaModFix amt="15000"/>
          </a:blip>
          <a:stretch>
            <a:fillRect/>
          </a:stretch>
        </p:blipFill>
        <p:spPr>
          <a:xfrm>
            <a:off x="0" y="0"/>
            <a:ext cx="9144000" cy="5143500"/>
          </a:xfrm>
          <a:prstGeom prst="rect">
            <a:avLst/>
          </a:prstGeom>
          <a:noFill/>
          <a:ln>
            <a:noFill/>
          </a:ln>
        </p:spPr>
      </p:pic>
      <p:sp>
        <p:nvSpPr>
          <p:cNvPr id="179" name="Google Shape;179;p16"/>
          <p:cNvSpPr txBox="1">
            <a:spLocks noGrp="1"/>
          </p:cNvSpPr>
          <p:nvPr>
            <p:ph type="title"/>
          </p:nvPr>
        </p:nvSpPr>
        <p:spPr>
          <a:xfrm>
            <a:off x="887950" y="1339775"/>
            <a:ext cx="3309900" cy="10992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80" name="Google Shape;180;p16"/>
          <p:cNvSpPr txBox="1">
            <a:spLocks noGrp="1"/>
          </p:cNvSpPr>
          <p:nvPr>
            <p:ph type="subTitle" idx="1"/>
          </p:nvPr>
        </p:nvSpPr>
        <p:spPr>
          <a:xfrm>
            <a:off x="887950" y="2799325"/>
            <a:ext cx="3309900" cy="1004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81" name="Google Shape;181;p16"/>
          <p:cNvSpPr>
            <a:spLocks noGrp="1"/>
          </p:cNvSpPr>
          <p:nvPr>
            <p:ph type="pic" idx="2"/>
          </p:nvPr>
        </p:nvSpPr>
        <p:spPr>
          <a:xfrm>
            <a:off x="5005812" y="820425"/>
            <a:ext cx="3250200" cy="3502800"/>
          </a:xfrm>
          <a:prstGeom prst="rect">
            <a:avLst/>
          </a:prstGeom>
          <a:noFill/>
          <a:ln w="9525" cap="flat" cmpd="sng">
            <a:solidFill>
              <a:schemeClr val="dk1"/>
            </a:solidFill>
            <a:prstDash val="solid"/>
            <a:round/>
            <a:headEnd type="none" w="sm" len="sm"/>
            <a:tailEnd type="none" w="sm" len="sm"/>
          </a:ln>
        </p:spPr>
      </p:sp>
      <p:sp>
        <p:nvSpPr>
          <p:cNvPr id="182" name="Google Shape;182;p16"/>
          <p:cNvSpPr/>
          <p:nvPr/>
        </p:nvSpPr>
        <p:spPr>
          <a:xfrm>
            <a:off x="-125" y="-11925"/>
            <a:ext cx="9144000" cy="546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3" name="Google Shape;183;p16"/>
          <p:cNvGrpSpPr/>
          <p:nvPr/>
        </p:nvGrpSpPr>
        <p:grpSpPr>
          <a:xfrm>
            <a:off x="343050" y="-14925"/>
            <a:ext cx="0" cy="5158500"/>
            <a:chOff x="343050" y="-14925"/>
            <a:chExt cx="0" cy="5158500"/>
          </a:xfrm>
        </p:grpSpPr>
        <p:cxnSp>
          <p:nvCxnSpPr>
            <p:cNvPr id="184" name="Google Shape;184;p16"/>
            <p:cNvCxnSpPr/>
            <p:nvPr/>
          </p:nvCxnSpPr>
          <p:spPr>
            <a:xfrm rot="10800000">
              <a:off x="343050" y="533475"/>
              <a:ext cx="0" cy="4610100"/>
            </a:xfrm>
            <a:prstGeom prst="straightConnector1">
              <a:avLst/>
            </a:prstGeom>
            <a:noFill/>
            <a:ln w="9525" cap="flat" cmpd="sng">
              <a:solidFill>
                <a:schemeClr val="dk1"/>
              </a:solidFill>
              <a:prstDash val="solid"/>
              <a:round/>
              <a:headEnd type="none" w="med" len="med"/>
              <a:tailEnd type="none" w="med" len="med"/>
            </a:ln>
          </p:spPr>
        </p:cxnSp>
        <p:cxnSp>
          <p:nvCxnSpPr>
            <p:cNvPr id="185" name="Google Shape;185;p16"/>
            <p:cNvCxnSpPr/>
            <p:nvPr/>
          </p:nvCxnSpPr>
          <p:spPr>
            <a:xfrm rot="10800000">
              <a:off x="343050" y="-14925"/>
              <a:ext cx="0" cy="549300"/>
            </a:xfrm>
            <a:prstGeom prst="straightConnector1">
              <a:avLst/>
            </a:prstGeom>
            <a:noFill/>
            <a:ln w="9525" cap="flat" cmpd="sng">
              <a:solidFill>
                <a:schemeClr val="lt1"/>
              </a:solidFill>
              <a:prstDash val="solid"/>
              <a:round/>
              <a:headEnd type="none" w="med" len="med"/>
              <a:tailEnd type="none" w="med" len="med"/>
            </a:ln>
          </p:spPr>
        </p:cxnSp>
      </p:grpSp>
      <p:grpSp>
        <p:nvGrpSpPr>
          <p:cNvPr id="186" name="Google Shape;186;p16"/>
          <p:cNvGrpSpPr/>
          <p:nvPr/>
        </p:nvGrpSpPr>
        <p:grpSpPr>
          <a:xfrm>
            <a:off x="8603888" y="123825"/>
            <a:ext cx="394125" cy="271800"/>
            <a:chOff x="215225" y="4734875"/>
            <a:chExt cx="394125" cy="271800"/>
          </a:xfrm>
        </p:grpSpPr>
        <p:sp>
          <p:nvSpPr>
            <p:cNvPr id="187" name="Google Shape;187;p16"/>
            <p:cNvSpPr/>
            <p:nvPr/>
          </p:nvSpPr>
          <p:spPr>
            <a:xfrm>
              <a:off x="215225" y="4734875"/>
              <a:ext cx="271800" cy="2718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16"/>
            <p:cNvSpPr/>
            <p:nvPr/>
          </p:nvSpPr>
          <p:spPr>
            <a:xfrm>
              <a:off x="337550" y="4734875"/>
              <a:ext cx="271800" cy="2718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ext 2">
  <p:cSld name="TITLE_AND_BODY_1">
    <p:spTree>
      <p:nvGrpSpPr>
        <p:cNvPr id="1" name="Shape 189"/>
        <p:cNvGrpSpPr/>
        <p:nvPr/>
      </p:nvGrpSpPr>
      <p:grpSpPr>
        <a:xfrm>
          <a:off x="0" y="0"/>
          <a:ext cx="0" cy="0"/>
          <a:chOff x="0" y="0"/>
          <a:chExt cx="0" cy="0"/>
        </a:xfrm>
      </p:grpSpPr>
      <p:pic>
        <p:nvPicPr>
          <p:cNvPr id="190" name="Google Shape;190;p17"/>
          <p:cNvPicPr preferRelativeResize="0"/>
          <p:nvPr/>
        </p:nvPicPr>
        <p:blipFill>
          <a:blip r:embed="rId2">
            <a:alphaModFix amt="15000"/>
          </a:blip>
          <a:stretch>
            <a:fillRect/>
          </a:stretch>
        </p:blipFill>
        <p:spPr>
          <a:xfrm>
            <a:off x="0" y="0"/>
            <a:ext cx="9144000" cy="5143500"/>
          </a:xfrm>
          <a:prstGeom prst="rect">
            <a:avLst/>
          </a:prstGeom>
          <a:noFill/>
          <a:ln>
            <a:noFill/>
          </a:ln>
        </p:spPr>
      </p:pic>
      <p:sp>
        <p:nvSpPr>
          <p:cNvPr id="191" name="Google Shape;191;p1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92" name="Google Shape;192;p17"/>
          <p:cNvSpPr txBox="1">
            <a:spLocks noGrp="1"/>
          </p:cNvSpPr>
          <p:nvPr>
            <p:ph type="body" idx="1"/>
          </p:nvPr>
        </p:nvSpPr>
        <p:spPr>
          <a:xfrm>
            <a:off x="720000" y="1152475"/>
            <a:ext cx="7704000" cy="6870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a:lvl1pPr>
            <a:lvl2pPr marL="914400" lvl="1" indent="-304800" rtl="0">
              <a:lnSpc>
                <a:spcPct val="115000"/>
              </a:lnSpc>
              <a:spcBef>
                <a:spcPts val="0"/>
              </a:spcBef>
              <a:spcAft>
                <a:spcPts val="0"/>
              </a:spcAft>
              <a:buSzPts val="1200"/>
              <a:buChar char="○"/>
              <a:defRPr/>
            </a:lvl2pPr>
            <a:lvl3pPr marL="1371600" lvl="2" indent="-304800" rtl="0">
              <a:lnSpc>
                <a:spcPct val="115000"/>
              </a:lnSpc>
              <a:spcBef>
                <a:spcPts val="0"/>
              </a:spcBef>
              <a:spcAft>
                <a:spcPts val="0"/>
              </a:spcAft>
              <a:buSzPts val="1200"/>
              <a:buChar char="■"/>
              <a:defRPr/>
            </a:lvl3pPr>
            <a:lvl4pPr marL="1828800" lvl="3" indent="-304800" rtl="0">
              <a:lnSpc>
                <a:spcPct val="115000"/>
              </a:lnSpc>
              <a:spcBef>
                <a:spcPts val="0"/>
              </a:spcBef>
              <a:spcAft>
                <a:spcPts val="0"/>
              </a:spcAft>
              <a:buSzPts val="1200"/>
              <a:buChar char="●"/>
              <a:defRPr/>
            </a:lvl4pPr>
            <a:lvl5pPr marL="2286000" lvl="4" indent="-304800" rtl="0">
              <a:lnSpc>
                <a:spcPct val="115000"/>
              </a:lnSpc>
              <a:spcBef>
                <a:spcPts val="0"/>
              </a:spcBef>
              <a:spcAft>
                <a:spcPts val="0"/>
              </a:spcAft>
              <a:buSzPts val="1200"/>
              <a:buChar char="○"/>
              <a:defRPr/>
            </a:lvl5pPr>
            <a:lvl6pPr marL="2743200" lvl="5" indent="-304800" rtl="0">
              <a:lnSpc>
                <a:spcPct val="115000"/>
              </a:lnSpc>
              <a:spcBef>
                <a:spcPts val="0"/>
              </a:spcBef>
              <a:spcAft>
                <a:spcPts val="0"/>
              </a:spcAft>
              <a:buSzPts val="1200"/>
              <a:buChar char="■"/>
              <a:defRPr/>
            </a:lvl6pPr>
            <a:lvl7pPr marL="3200400" lvl="6" indent="-304800" rtl="0">
              <a:lnSpc>
                <a:spcPct val="115000"/>
              </a:lnSpc>
              <a:spcBef>
                <a:spcPts val="0"/>
              </a:spcBef>
              <a:spcAft>
                <a:spcPts val="0"/>
              </a:spcAft>
              <a:buSzPts val="1200"/>
              <a:buChar char="●"/>
              <a:defRPr/>
            </a:lvl7pPr>
            <a:lvl8pPr marL="3657600" lvl="7" indent="-304800" rtl="0">
              <a:lnSpc>
                <a:spcPct val="115000"/>
              </a:lnSpc>
              <a:spcBef>
                <a:spcPts val="0"/>
              </a:spcBef>
              <a:spcAft>
                <a:spcPts val="0"/>
              </a:spcAft>
              <a:buSzPts val="1200"/>
              <a:buChar char="○"/>
              <a:defRPr/>
            </a:lvl8pPr>
            <a:lvl9pPr marL="4114800" lvl="8" indent="-304800" rtl="0">
              <a:lnSpc>
                <a:spcPct val="115000"/>
              </a:lnSpc>
              <a:spcBef>
                <a:spcPts val="0"/>
              </a:spcBef>
              <a:spcAft>
                <a:spcPts val="0"/>
              </a:spcAft>
              <a:buSzPts val="1200"/>
              <a:buChar char="■"/>
              <a:defRPr/>
            </a:lvl9pPr>
          </a:lstStyle>
          <a:p>
            <a:endParaRPr/>
          </a:p>
        </p:txBody>
      </p:sp>
      <p:sp>
        <p:nvSpPr>
          <p:cNvPr id="193" name="Google Shape;193;p17"/>
          <p:cNvSpPr/>
          <p:nvPr/>
        </p:nvSpPr>
        <p:spPr>
          <a:xfrm flipH="1">
            <a:off x="1926" y="75"/>
            <a:ext cx="7152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4" name="Google Shape;194;p17"/>
          <p:cNvGrpSpPr/>
          <p:nvPr/>
        </p:nvGrpSpPr>
        <p:grpSpPr>
          <a:xfrm rot="-5400000" flipH="1">
            <a:off x="162316" y="595490"/>
            <a:ext cx="394125" cy="271746"/>
            <a:chOff x="215225" y="4734875"/>
            <a:chExt cx="394125" cy="271800"/>
          </a:xfrm>
        </p:grpSpPr>
        <p:sp>
          <p:nvSpPr>
            <p:cNvPr id="195" name="Google Shape;195;p17"/>
            <p:cNvSpPr/>
            <p:nvPr/>
          </p:nvSpPr>
          <p:spPr>
            <a:xfrm>
              <a:off x="215225" y="4734875"/>
              <a:ext cx="271800" cy="2718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7"/>
            <p:cNvSpPr/>
            <p:nvPr/>
          </p:nvSpPr>
          <p:spPr>
            <a:xfrm>
              <a:off x="337550" y="4734875"/>
              <a:ext cx="271800" cy="2718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7" name="Google Shape;197;p17"/>
          <p:cNvGrpSpPr/>
          <p:nvPr/>
        </p:nvGrpSpPr>
        <p:grpSpPr>
          <a:xfrm>
            <a:off x="973" y="-8375"/>
            <a:ext cx="9143739" cy="5152800"/>
            <a:chOff x="973" y="-8375"/>
            <a:chExt cx="9143739" cy="5152800"/>
          </a:xfrm>
        </p:grpSpPr>
        <p:cxnSp>
          <p:nvCxnSpPr>
            <p:cNvPr id="198" name="Google Shape;198;p17"/>
            <p:cNvCxnSpPr/>
            <p:nvPr/>
          </p:nvCxnSpPr>
          <p:spPr>
            <a:xfrm rot="10800000">
              <a:off x="700912" y="4890750"/>
              <a:ext cx="8443800" cy="0"/>
            </a:xfrm>
            <a:prstGeom prst="straightConnector1">
              <a:avLst/>
            </a:prstGeom>
            <a:noFill/>
            <a:ln w="9525" cap="flat" cmpd="sng">
              <a:solidFill>
                <a:schemeClr val="dk1"/>
              </a:solidFill>
              <a:prstDash val="solid"/>
              <a:round/>
              <a:headEnd type="none" w="med" len="med"/>
              <a:tailEnd type="none" w="med" len="med"/>
            </a:ln>
          </p:spPr>
        </p:cxnSp>
        <p:cxnSp>
          <p:nvCxnSpPr>
            <p:cNvPr id="199" name="Google Shape;199;p17"/>
            <p:cNvCxnSpPr/>
            <p:nvPr/>
          </p:nvCxnSpPr>
          <p:spPr>
            <a:xfrm rot="10800000">
              <a:off x="973" y="4890750"/>
              <a:ext cx="717300" cy="0"/>
            </a:xfrm>
            <a:prstGeom prst="straightConnector1">
              <a:avLst/>
            </a:prstGeom>
            <a:noFill/>
            <a:ln w="9525" cap="flat" cmpd="sng">
              <a:solidFill>
                <a:schemeClr val="lt1"/>
              </a:solidFill>
              <a:prstDash val="solid"/>
              <a:round/>
              <a:headEnd type="none" w="med" len="med"/>
              <a:tailEnd type="none" w="med" len="med"/>
            </a:ln>
          </p:spPr>
        </p:cxnSp>
        <p:cxnSp>
          <p:nvCxnSpPr>
            <p:cNvPr id="200" name="Google Shape;200;p17"/>
            <p:cNvCxnSpPr/>
            <p:nvPr/>
          </p:nvCxnSpPr>
          <p:spPr>
            <a:xfrm rot="10800000">
              <a:off x="8800950" y="-8375"/>
              <a:ext cx="0" cy="515280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hree columns">
  <p:cSld name="CUSTOM_8">
    <p:spTree>
      <p:nvGrpSpPr>
        <p:cNvPr id="1" name="Shape 201"/>
        <p:cNvGrpSpPr/>
        <p:nvPr/>
      </p:nvGrpSpPr>
      <p:grpSpPr>
        <a:xfrm>
          <a:off x="0" y="0"/>
          <a:ext cx="0" cy="0"/>
          <a:chOff x="0" y="0"/>
          <a:chExt cx="0" cy="0"/>
        </a:xfrm>
      </p:grpSpPr>
      <p:pic>
        <p:nvPicPr>
          <p:cNvPr id="202" name="Google Shape;202;p18"/>
          <p:cNvPicPr preferRelativeResize="0"/>
          <p:nvPr/>
        </p:nvPicPr>
        <p:blipFill>
          <a:blip r:embed="rId2">
            <a:alphaModFix amt="15000"/>
          </a:blip>
          <a:stretch>
            <a:fillRect/>
          </a:stretch>
        </p:blipFill>
        <p:spPr>
          <a:xfrm>
            <a:off x="0" y="0"/>
            <a:ext cx="9144000" cy="5143500"/>
          </a:xfrm>
          <a:prstGeom prst="rect">
            <a:avLst/>
          </a:prstGeom>
          <a:noFill/>
          <a:ln>
            <a:noFill/>
          </a:ln>
        </p:spPr>
      </p:pic>
      <p:sp>
        <p:nvSpPr>
          <p:cNvPr id="203" name="Google Shape;203;p1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04" name="Google Shape;204;p18"/>
          <p:cNvSpPr txBox="1">
            <a:spLocks noGrp="1"/>
          </p:cNvSpPr>
          <p:nvPr>
            <p:ph type="subTitle" idx="1"/>
          </p:nvPr>
        </p:nvSpPr>
        <p:spPr>
          <a:xfrm>
            <a:off x="715100" y="1137550"/>
            <a:ext cx="7704000" cy="997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Char char="●"/>
              <a:defRPr/>
            </a:lvl1pPr>
            <a:lvl2pPr lvl="1" algn="ctr" rtl="0">
              <a:lnSpc>
                <a:spcPct val="100000"/>
              </a:lnSpc>
              <a:spcBef>
                <a:spcPts val="0"/>
              </a:spcBef>
              <a:spcAft>
                <a:spcPts val="0"/>
              </a:spcAft>
              <a:buSzPts val="1200"/>
              <a:buChar char="○"/>
              <a:defRPr/>
            </a:lvl2pPr>
            <a:lvl3pPr lvl="2" algn="ctr" rtl="0">
              <a:lnSpc>
                <a:spcPct val="100000"/>
              </a:lnSpc>
              <a:spcBef>
                <a:spcPts val="0"/>
              </a:spcBef>
              <a:spcAft>
                <a:spcPts val="0"/>
              </a:spcAft>
              <a:buSzPts val="1200"/>
              <a:buChar char="■"/>
              <a:defRPr/>
            </a:lvl3pPr>
            <a:lvl4pPr lvl="3" algn="ctr" rtl="0">
              <a:lnSpc>
                <a:spcPct val="100000"/>
              </a:lnSpc>
              <a:spcBef>
                <a:spcPts val="0"/>
              </a:spcBef>
              <a:spcAft>
                <a:spcPts val="0"/>
              </a:spcAft>
              <a:buSzPts val="1200"/>
              <a:buChar char="●"/>
              <a:defRPr/>
            </a:lvl4pPr>
            <a:lvl5pPr lvl="4" algn="ctr" rtl="0">
              <a:lnSpc>
                <a:spcPct val="100000"/>
              </a:lnSpc>
              <a:spcBef>
                <a:spcPts val="0"/>
              </a:spcBef>
              <a:spcAft>
                <a:spcPts val="0"/>
              </a:spcAft>
              <a:buSzPts val="1200"/>
              <a:buChar char="○"/>
              <a:defRPr/>
            </a:lvl5pPr>
            <a:lvl6pPr lvl="5" algn="ctr" rtl="0">
              <a:lnSpc>
                <a:spcPct val="100000"/>
              </a:lnSpc>
              <a:spcBef>
                <a:spcPts val="0"/>
              </a:spcBef>
              <a:spcAft>
                <a:spcPts val="0"/>
              </a:spcAft>
              <a:buSzPts val="1200"/>
              <a:buChar char="■"/>
              <a:defRPr/>
            </a:lvl6pPr>
            <a:lvl7pPr lvl="6" algn="ctr" rtl="0">
              <a:lnSpc>
                <a:spcPct val="100000"/>
              </a:lnSpc>
              <a:spcBef>
                <a:spcPts val="0"/>
              </a:spcBef>
              <a:spcAft>
                <a:spcPts val="0"/>
              </a:spcAft>
              <a:buSzPts val="1200"/>
              <a:buChar char="●"/>
              <a:defRPr/>
            </a:lvl7pPr>
            <a:lvl8pPr lvl="7" algn="ctr" rtl="0">
              <a:lnSpc>
                <a:spcPct val="100000"/>
              </a:lnSpc>
              <a:spcBef>
                <a:spcPts val="0"/>
              </a:spcBef>
              <a:spcAft>
                <a:spcPts val="0"/>
              </a:spcAft>
              <a:buSzPts val="1200"/>
              <a:buChar char="○"/>
              <a:defRPr/>
            </a:lvl8pPr>
            <a:lvl9pPr lvl="8" algn="ctr" rtl="0">
              <a:lnSpc>
                <a:spcPct val="100000"/>
              </a:lnSpc>
              <a:spcBef>
                <a:spcPts val="0"/>
              </a:spcBef>
              <a:spcAft>
                <a:spcPts val="0"/>
              </a:spcAft>
              <a:buSzPts val="1200"/>
              <a:buChar char="■"/>
              <a:defRPr/>
            </a:lvl9pPr>
          </a:lstStyle>
          <a:p>
            <a:endParaRPr/>
          </a:p>
        </p:txBody>
      </p:sp>
      <p:sp>
        <p:nvSpPr>
          <p:cNvPr id="205" name="Google Shape;205;p18"/>
          <p:cNvSpPr txBox="1">
            <a:spLocks noGrp="1"/>
          </p:cNvSpPr>
          <p:nvPr>
            <p:ph type="subTitle" idx="2"/>
          </p:nvPr>
        </p:nvSpPr>
        <p:spPr>
          <a:xfrm>
            <a:off x="715100" y="2135050"/>
            <a:ext cx="7704000" cy="1476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Char char="●"/>
              <a:defRPr/>
            </a:lvl1pPr>
            <a:lvl2pPr lvl="1" algn="ctr" rtl="0">
              <a:lnSpc>
                <a:spcPct val="100000"/>
              </a:lnSpc>
              <a:spcBef>
                <a:spcPts val="0"/>
              </a:spcBef>
              <a:spcAft>
                <a:spcPts val="0"/>
              </a:spcAft>
              <a:buSzPts val="1200"/>
              <a:buChar char="○"/>
              <a:defRPr/>
            </a:lvl2pPr>
            <a:lvl3pPr lvl="2" algn="ctr" rtl="0">
              <a:lnSpc>
                <a:spcPct val="100000"/>
              </a:lnSpc>
              <a:spcBef>
                <a:spcPts val="0"/>
              </a:spcBef>
              <a:spcAft>
                <a:spcPts val="0"/>
              </a:spcAft>
              <a:buSzPts val="1200"/>
              <a:buChar char="■"/>
              <a:defRPr/>
            </a:lvl3pPr>
            <a:lvl4pPr lvl="3" algn="ctr" rtl="0">
              <a:lnSpc>
                <a:spcPct val="100000"/>
              </a:lnSpc>
              <a:spcBef>
                <a:spcPts val="0"/>
              </a:spcBef>
              <a:spcAft>
                <a:spcPts val="0"/>
              </a:spcAft>
              <a:buSzPts val="1200"/>
              <a:buChar char="●"/>
              <a:defRPr/>
            </a:lvl4pPr>
            <a:lvl5pPr lvl="4" algn="ctr" rtl="0">
              <a:lnSpc>
                <a:spcPct val="100000"/>
              </a:lnSpc>
              <a:spcBef>
                <a:spcPts val="0"/>
              </a:spcBef>
              <a:spcAft>
                <a:spcPts val="0"/>
              </a:spcAft>
              <a:buSzPts val="1200"/>
              <a:buChar char="○"/>
              <a:defRPr/>
            </a:lvl5pPr>
            <a:lvl6pPr lvl="5" algn="ctr" rtl="0">
              <a:lnSpc>
                <a:spcPct val="100000"/>
              </a:lnSpc>
              <a:spcBef>
                <a:spcPts val="0"/>
              </a:spcBef>
              <a:spcAft>
                <a:spcPts val="0"/>
              </a:spcAft>
              <a:buSzPts val="1200"/>
              <a:buChar char="■"/>
              <a:defRPr/>
            </a:lvl6pPr>
            <a:lvl7pPr lvl="6" algn="ctr" rtl="0">
              <a:lnSpc>
                <a:spcPct val="100000"/>
              </a:lnSpc>
              <a:spcBef>
                <a:spcPts val="0"/>
              </a:spcBef>
              <a:spcAft>
                <a:spcPts val="0"/>
              </a:spcAft>
              <a:buSzPts val="1200"/>
              <a:buChar char="●"/>
              <a:defRPr/>
            </a:lvl7pPr>
            <a:lvl8pPr lvl="7" algn="ctr" rtl="0">
              <a:lnSpc>
                <a:spcPct val="100000"/>
              </a:lnSpc>
              <a:spcBef>
                <a:spcPts val="0"/>
              </a:spcBef>
              <a:spcAft>
                <a:spcPts val="0"/>
              </a:spcAft>
              <a:buSzPts val="1200"/>
              <a:buChar char="○"/>
              <a:defRPr/>
            </a:lvl8pPr>
            <a:lvl9pPr lvl="8" algn="ctr" rtl="0">
              <a:lnSpc>
                <a:spcPct val="100000"/>
              </a:lnSpc>
              <a:spcBef>
                <a:spcPts val="0"/>
              </a:spcBef>
              <a:spcAft>
                <a:spcPts val="0"/>
              </a:spcAft>
              <a:buSzPts val="1200"/>
              <a:buChar char="■"/>
              <a:defRPr/>
            </a:lvl9pPr>
          </a:lstStyle>
          <a:p>
            <a:endParaRPr/>
          </a:p>
        </p:txBody>
      </p:sp>
      <p:sp>
        <p:nvSpPr>
          <p:cNvPr id="206" name="Google Shape;206;p18"/>
          <p:cNvSpPr txBox="1">
            <a:spLocks noGrp="1"/>
          </p:cNvSpPr>
          <p:nvPr>
            <p:ph type="subTitle" idx="3"/>
          </p:nvPr>
        </p:nvSpPr>
        <p:spPr>
          <a:xfrm>
            <a:off x="715100" y="3611160"/>
            <a:ext cx="7704000" cy="997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07" name="Google Shape;207;p18"/>
          <p:cNvSpPr/>
          <p:nvPr/>
        </p:nvSpPr>
        <p:spPr>
          <a:xfrm>
            <a:off x="8428900" y="75"/>
            <a:ext cx="7152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8" name="Google Shape;208;p18"/>
          <p:cNvGrpSpPr/>
          <p:nvPr/>
        </p:nvGrpSpPr>
        <p:grpSpPr>
          <a:xfrm rot="5400000">
            <a:off x="8589425" y="4564550"/>
            <a:ext cx="394125" cy="271800"/>
            <a:chOff x="215225" y="4734875"/>
            <a:chExt cx="394125" cy="271800"/>
          </a:xfrm>
        </p:grpSpPr>
        <p:sp>
          <p:nvSpPr>
            <p:cNvPr id="209" name="Google Shape;209;p18"/>
            <p:cNvSpPr/>
            <p:nvPr/>
          </p:nvSpPr>
          <p:spPr>
            <a:xfrm>
              <a:off x="215225" y="4734875"/>
              <a:ext cx="271800" cy="2718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18"/>
            <p:cNvSpPr/>
            <p:nvPr/>
          </p:nvSpPr>
          <p:spPr>
            <a:xfrm>
              <a:off x="337550" y="4734875"/>
              <a:ext cx="271800" cy="2718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1" name="Google Shape;211;p18"/>
          <p:cNvGrpSpPr/>
          <p:nvPr/>
        </p:nvGrpSpPr>
        <p:grpSpPr>
          <a:xfrm>
            <a:off x="0" y="-8275"/>
            <a:ext cx="9152325" cy="5153700"/>
            <a:chOff x="0" y="-8275"/>
            <a:chExt cx="9152325" cy="5153700"/>
          </a:xfrm>
        </p:grpSpPr>
        <p:cxnSp>
          <p:nvCxnSpPr>
            <p:cNvPr id="212" name="Google Shape;212;p18"/>
            <p:cNvCxnSpPr/>
            <p:nvPr/>
          </p:nvCxnSpPr>
          <p:spPr>
            <a:xfrm>
              <a:off x="0" y="251525"/>
              <a:ext cx="8445600" cy="0"/>
            </a:xfrm>
            <a:prstGeom prst="straightConnector1">
              <a:avLst/>
            </a:prstGeom>
            <a:noFill/>
            <a:ln w="9525" cap="flat" cmpd="sng">
              <a:solidFill>
                <a:schemeClr val="dk1"/>
              </a:solidFill>
              <a:prstDash val="solid"/>
              <a:round/>
              <a:headEnd type="none" w="med" len="med"/>
              <a:tailEnd type="none" w="med" len="med"/>
            </a:ln>
          </p:spPr>
        </p:cxnSp>
        <p:cxnSp>
          <p:nvCxnSpPr>
            <p:cNvPr id="213" name="Google Shape;213;p18"/>
            <p:cNvCxnSpPr/>
            <p:nvPr/>
          </p:nvCxnSpPr>
          <p:spPr>
            <a:xfrm>
              <a:off x="8428125" y="251525"/>
              <a:ext cx="724200" cy="0"/>
            </a:xfrm>
            <a:prstGeom prst="straightConnector1">
              <a:avLst/>
            </a:prstGeom>
            <a:noFill/>
            <a:ln w="9525" cap="flat" cmpd="sng">
              <a:solidFill>
                <a:schemeClr val="lt1"/>
              </a:solidFill>
              <a:prstDash val="solid"/>
              <a:round/>
              <a:headEnd type="none" w="med" len="med"/>
              <a:tailEnd type="none" w="med" len="med"/>
            </a:ln>
          </p:spPr>
        </p:cxnSp>
        <p:cxnSp>
          <p:nvCxnSpPr>
            <p:cNvPr id="214" name="Google Shape;214;p18"/>
            <p:cNvCxnSpPr/>
            <p:nvPr/>
          </p:nvCxnSpPr>
          <p:spPr>
            <a:xfrm rot="10800000">
              <a:off x="343300" y="-8275"/>
              <a:ext cx="0" cy="515370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hree columns 1">
  <p:cSld name="CUSTOM_6">
    <p:spTree>
      <p:nvGrpSpPr>
        <p:cNvPr id="1" name="Shape 215"/>
        <p:cNvGrpSpPr/>
        <p:nvPr/>
      </p:nvGrpSpPr>
      <p:grpSpPr>
        <a:xfrm>
          <a:off x="0" y="0"/>
          <a:ext cx="0" cy="0"/>
          <a:chOff x="0" y="0"/>
          <a:chExt cx="0" cy="0"/>
        </a:xfrm>
      </p:grpSpPr>
      <p:pic>
        <p:nvPicPr>
          <p:cNvPr id="216" name="Google Shape;216;p19"/>
          <p:cNvPicPr preferRelativeResize="0"/>
          <p:nvPr/>
        </p:nvPicPr>
        <p:blipFill>
          <a:blip r:embed="rId2">
            <a:alphaModFix amt="15000"/>
          </a:blip>
          <a:stretch>
            <a:fillRect/>
          </a:stretch>
        </p:blipFill>
        <p:spPr>
          <a:xfrm>
            <a:off x="0" y="0"/>
            <a:ext cx="9144000" cy="5143500"/>
          </a:xfrm>
          <a:prstGeom prst="rect">
            <a:avLst/>
          </a:prstGeom>
          <a:noFill/>
          <a:ln>
            <a:noFill/>
          </a:ln>
        </p:spPr>
      </p:pic>
      <p:sp>
        <p:nvSpPr>
          <p:cNvPr id="217" name="Google Shape;217;p1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18" name="Google Shape;218;p19"/>
          <p:cNvSpPr txBox="1">
            <a:spLocks noGrp="1"/>
          </p:cNvSpPr>
          <p:nvPr>
            <p:ph type="subTitle" idx="1"/>
          </p:nvPr>
        </p:nvSpPr>
        <p:spPr>
          <a:xfrm>
            <a:off x="824075" y="2421750"/>
            <a:ext cx="2243400" cy="1766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19" name="Google Shape;219;p19"/>
          <p:cNvSpPr txBox="1">
            <a:spLocks noGrp="1"/>
          </p:cNvSpPr>
          <p:nvPr>
            <p:ph type="subTitle" idx="2"/>
          </p:nvPr>
        </p:nvSpPr>
        <p:spPr>
          <a:xfrm>
            <a:off x="3450365" y="2421750"/>
            <a:ext cx="2243400" cy="1766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20" name="Google Shape;220;p19"/>
          <p:cNvSpPr txBox="1">
            <a:spLocks noGrp="1"/>
          </p:cNvSpPr>
          <p:nvPr>
            <p:ph type="subTitle" idx="3"/>
          </p:nvPr>
        </p:nvSpPr>
        <p:spPr>
          <a:xfrm>
            <a:off x="6076661" y="2421750"/>
            <a:ext cx="2243400" cy="1766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21" name="Google Shape;221;p19"/>
          <p:cNvSpPr txBox="1">
            <a:spLocks noGrp="1"/>
          </p:cNvSpPr>
          <p:nvPr>
            <p:ph type="subTitle" idx="4"/>
          </p:nvPr>
        </p:nvSpPr>
        <p:spPr>
          <a:xfrm>
            <a:off x="824075" y="1806675"/>
            <a:ext cx="2243400" cy="527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dk1"/>
                </a:solidFill>
                <a:latin typeface="DM Serif Text"/>
                <a:ea typeface="DM Serif Text"/>
                <a:cs typeface="DM Serif Text"/>
                <a:sym typeface="DM Serif Text"/>
              </a:defRPr>
            </a:lvl1pPr>
            <a:lvl2pPr lvl="1" algn="ctr" rtl="0">
              <a:lnSpc>
                <a:spcPct val="100000"/>
              </a:lnSpc>
              <a:spcBef>
                <a:spcPts val="0"/>
              </a:spcBef>
              <a:spcAft>
                <a:spcPts val="0"/>
              </a:spcAft>
              <a:buSzPts val="2400"/>
              <a:buFont typeface="Raleway"/>
              <a:buNone/>
              <a:defRPr sz="2400">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a:p>
        </p:txBody>
      </p:sp>
      <p:sp>
        <p:nvSpPr>
          <p:cNvPr id="222" name="Google Shape;222;p19"/>
          <p:cNvSpPr txBox="1">
            <a:spLocks noGrp="1"/>
          </p:cNvSpPr>
          <p:nvPr>
            <p:ph type="subTitle" idx="5"/>
          </p:nvPr>
        </p:nvSpPr>
        <p:spPr>
          <a:xfrm>
            <a:off x="3450368" y="1806676"/>
            <a:ext cx="2243400" cy="527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dk1"/>
                </a:solidFill>
                <a:latin typeface="DM Serif Text"/>
                <a:ea typeface="DM Serif Text"/>
                <a:cs typeface="DM Serif Text"/>
                <a:sym typeface="DM Serif Text"/>
              </a:defRPr>
            </a:lvl1pPr>
            <a:lvl2pPr lvl="1" algn="ctr" rtl="0">
              <a:lnSpc>
                <a:spcPct val="100000"/>
              </a:lnSpc>
              <a:spcBef>
                <a:spcPts val="0"/>
              </a:spcBef>
              <a:spcAft>
                <a:spcPts val="0"/>
              </a:spcAft>
              <a:buSzPts val="2400"/>
              <a:buFont typeface="Raleway"/>
              <a:buNone/>
              <a:defRPr sz="2400">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a:p>
        </p:txBody>
      </p:sp>
      <p:sp>
        <p:nvSpPr>
          <p:cNvPr id="223" name="Google Shape;223;p19"/>
          <p:cNvSpPr txBox="1">
            <a:spLocks noGrp="1"/>
          </p:cNvSpPr>
          <p:nvPr>
            <p:ph type="subTitle" idx="6"/>
          </p:nvPr>
        </p:nvSpPr>
        <p:spPr>
          <a:xfrm>
            <a:off x="6076661" y="1806675"/>
            <a:ext cx="2243400" cy="527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dk1"/>
                </a:solidFill>
                <a:latin typeface="DM Serif Text"/>
                <a:ea typeface="DM Serif Text"/>
                <a:cs typeface="DM Serif Text"/>
                <a:sym typeface="DM Serif Text"/>
              </a:defRPr>
            </a:lvl1pPr>
            <a:lvl2pPr lvl="1" algn="ctr" rtl="0">
              <a:lnSpc>
                <a:spcPct val="100000"/>
              </a:lnSpc>
              <a:spcBef>
                <a:spcPts val="0"/>
              </a:spcBef>
              <a:spcAft>
                <a:spcPts val="0"/>
              </a:spcAft>
              <a:buSzPts val="2400"/>
              <a:buFont typeface="Raleway"/>
              <a:buNone/>
              <a:defRPr sz="2400">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a:p>
        </p:txBody>
      </p:sp>
      <p:sp>
        <p:nvSpPr>
          <p:cNvPr id="224" name="Google Shape;224;p19"/>
          <p:cNvSpPr/>
          <p:nvPr/>
        </p:nvSpPr>
        <p:spPr>
          <a:xfrm>
            <a:off x="-125" y="-11925"/>
            <a:ext cx="9144000" cy="546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5" name="Google Shape;225;p19"/>
          <p:cNvGrpSpPr/>
          <p:nvPr/>
        </p:nvGrpSpPr>
        <p:grpSpPr>
          <a:xfrm>
            <a:off x="4374800" y="123825"/>
            <a:ext cx="394125" cy="271800"/>
            <a:chOff x="215225" y="4734875"/>
            <a:chExt cx="394125" cy="271800"/>
          </a:xfrm>
        </p:grpSpPr>
        <p:sp>
          <p:nvSpPr>
            <p:cNvPr id="226" name="Google Shape;226;p19"/>
            <p:cNvSpPr/>
            <p:nvPr/>
          </p:nvSpPr>
          <p:spPr>
            <a:xfrm>
              <a:off x="215225" y="4734875"/>
              <a:ext cx="271800" cy="2718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19"/>
            <p:cNvSpPr/>
            <p:nvPr/>
          </p:nvSpPr>
          <p:spPr>
            <a:xfrm>
              <a:off x="337550" y="4734875"/>
              <a:ext cx="271800" cy="2718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8" name="Google Shape;228;p19"/>
          <p:cNvGrpSpPr/>
          <p:nvPr/>
        </p:nvGrpSpPr>
        <p:grpSpPr>
          <a:xfrm>
            <a:off x="0" y="-11550"/>
            <a:ext cx="9151800" cy="5156975"/>
            <a:chOff x="0" y="-11550"/>
            <a:chExt cx="9151800" cy="5156975"/>
          </a:xfrm>
        </p:grpSpPr>
        <p:cxnSp>
          <p:nvCxnSpPr>
            <p:cNvPr id="229" name="Google Shape;229;p19"/>
            <p:cNvCxnSpPr/>
            <p:nvPr/>
          </p:nvCxnSpPr>
          <p:spPr>
            <a:xfrm>
              <a:off x="0" y="4897525"/>
              <a:ext cx="9151800" cy="0"/>
            </a:xfrm>
            <a:prstGeom prst="straightConnector1">
              <a:avLst/>
            </a:prstGeom>
            <a:noFill/>
            <a:ln w="9525" cap="flat" cmpd="sng">
              <a:solidFill>
                <a:schemeClr val="dk1"/>
              </a:solidFill>
              <a:prstDash val="solid"/>
              <a:round/>
              <a:headEnd type="none" w="med" len="med"/>
              <a:tailEnd type="none" w="med" len="med"/>
            </a:ln>
          </p:spPr>
        </p:cxnSp>
        <p:grpSp>
          <p:nvGrpSpPr>
            <p:cNvPr id="230" name="Google Shape;230;p19"/>
            <p:cNvGrpSpPr/>
            <p:nvPr/>
          </p:nvGrpSpPr>
          <p:grpSpPr>
            <a:xfrm>
              <a:off x="343300" y="-11550"/>
              <a:ext cx="0" cy="5156975"/>
              <a:chOff x="343300" y="-11550"/>
              <a:chExt cx="0" cy="5156975"/>
            </a:xfrm>
          </p:grpSpPr>
          <p:cxnSp>
            <p:nvCxnSpPr>
              <p:cNvPr id="231" name="Google Shape;231;p19"/>
              <p:cNvCxnSpPr/>
              <p:nvPr/>
            </p:nvCxnSpPr>
            <p:spPr>
              <a:xfrm rot="10800000">
                <a:off x="343300" y="533225"/>
                <a:ext cx="0" cy="4612200"/>
              </a:xfrm>
              <a:prstGeom prst="straightConnector1">
                <a:avLst/>
              </a:prstGeom>
              <a:noFill/>
              <a:ln w="9525" cap="flat" cmpd="sng">
                <a:solidFill>
                  <a:schemeClr val="dk1"/>
                </a:solidFill>
                <a:prstDash val="solid"/>
                <a:round/>
                <a:headEnd type="none" w="med" len="med"/>
                <a:tailEnd type="none" w="med" len="med"/>
              </a:ln>
            </p:spPr>
          </p:cxnSp>
          <p:cxnSp>
            <p:nvCxnSpPr>
              <p:cNvPr id="232" name="Google Shape;232;p19"/>
              <p:cNvCxnSpPr/>
              <p:nvPr/>
            </p:nvCxnSpPr>
            <p:spPr>
              <a:xfrm rot="10800000">
                <a:off x="343300" y="-11550"/>
                <a:ext cx="0" cy="546000"/>
              </a:xfrm>
              <a:prstGeom prst="straightConnector1">
                <a:avLst/>
              </a:prstGeom>
              <a:noFill/>
              <a:ln w="9525" cap="flat" cmpd="sng">
                <a:solidFill>
                  <a:schemeClr val="lt1"/>
                </a:solidFill>
                <a:prstDash val="solid"/>
                <a:round/>
                <a:headEnd type="none" w="med" len="med"/>
                <a:tailEnd type="none" w="med" len="med"/>
              </a:ln>
            </p:spPr>
          </p:cxnSp>
        </p:gr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four columns">
  <p:cSld name="BLANK_1_1_1_1">
    <p:spTree>
      <p:nvGrpSpPr>
        <p:cNvPr id="1" name="Shape 233"/>
        <p:cNvGrpSpPr/>
        <p:nvPr/>
      </p:nvGrpSpPr>
      <p:grpSpPr>
        <a:xfrm>
          <a:off x="0" y="0"/>
          <a:ext cx="0" cy="0"/>
          <a:chOff x="0" y="0"/>
          <a:chExt cx="0" cy="0"/>
        </a:xfrm>
      </p:grpSpPr>
      <p:pic>
        <p:nvPicPr>
          <p:cNvPr id="234" name="Google Shape;234;p20"/>
          <p:cNvPicPr preferRelativeResize="0"/>
          <p:nvPr/>
        </p:nvPicPr>
        <p:blipFill>
          <a:blip r:embed="rId2">
            <a:alphaModFix amt="15000"/>
          </a:blip>
          <a:stretch>
            <a:fillRect/>
          </a:stretch>
        </p:blipFill>
        <p:spPr>
          <a:xfrm>
            <a:off x="0" y="0"/>
            <a:ext cx="9144000" cy="5143500"/>
          </a:xfrm>
          <a:prstGeom prst="rect">
            <a:avLst/>
          </a:prstGeom>
          <a:noFill/>
          <a:ln>
            <a:noFill/>
          </a:ln>
        </p:spPr>
      </p:pic>
      <p:sp>
        <p:nvSpPr>
          <p:cNvPr id="235" name="Google Shape;235;p2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36" name="Google Shape;236;p20"/>
          <p:cNvSpPr txBox="1">
            <a:spLocks noGrp="1"/>
          </p:cNvSpPr>
          <p:nvPr>
            <p:ph type="subTitle" idx="1"/>
          </p:nvPr>
        </p:nvSpPr>
        <p:spPr>
          <a:xfrm>
            <a:off x="1163725" y="1230275"/>
            <a:ext cx="2967000" cy="5259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Raleway"/>
              <a:buNone/>
              <a:defRPr sz="1800">
                <a:solidFill>
                  <a:schemeClr val="dk1"/>
                </a:solidFill>
                <a:latin typeface="DM Serif Text"/>
                <a:ea typeface="DM Serif Text"/>
                <a:cs typeface="DM Serif Text"/>
                <a:sym typeface="DM Serif Text"/>
              </a:defRPr>
            </a:lvl1pPr>
            <a:lvl2pPr lvl="1"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a:endParaRPr/>
          </a:p>
        </p:txBody>
      </p:sp>
      <p:sp>
        <p:nvSpPr>
          <p:cNvPr id="237" name="Google Shape;237;p20"/>
          <p:cNvSpPr txBox="1">
            <a:spLocks noGrp="1"/>
          </p:cNvSpPr>
          <p:nvPr>
            <p:ph type="subTitle" idx="2"/>
          </p:nvPr>
        </p:nvSpPr>
        <p:spPr>
          <a:xfrm>
            <a:off x="1163726" y="1756175"/>
            <a:ext cx="2967000" cy="10278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38" name="Google Shape;238;p20"/>
          <p:cNvSpPr txBox="1">
            <a:spLocks noGrp="1"/>
          </p:cNvSpPr>
          <p:nvPr>
            <p:ph type="subTitle" idx="3"/>
          </p:nvPr>
        </p:nvSpPr>
        <p:spPr>
          <a:xfrm>
            <a:off x="5013252" y="1756175"/>
            <a:ext cx="2967000" cy="10278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39" name="Google Shape;239;p20"/>
          <p:cNvSpPr txBox="1">
            <a:spLocks noGrp="1"/>
          </p:cNvSpPr>
          <p:nvPr>
            <p:ph type="subTitle" idx="4"/>
          </p:nvPr>
        </p:nvSpPr>
        <p:spPr>
          <a:xfrm>
            <a:off x="1163726" y="3504500"/>
            <a:ext cx="2967000" cy="10278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40" name="Google Shape;240;p20"/>
          <p:cNvSpPr txBox="1">
            <a:spLocks noGrp="1"/>
          </p:cNvSpPr>
          <p:nvPr>
            <p:ph type="subTitle" idx="5"/>
          </p:nvPr>
        </p:nvSpPr>
        <p:spPr>
          <a:xfrm>
            <a:off x="5013252" y="3504500"/>
            <a:ext cx="2967000" cy="10278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41" name="Google Shape;241;p20"/>
          <p:cNvSpPr txBox="1">
            <a:spLocks noGrp="1"/>
          </p:cNvSpPr>
          <p:nvPr>
            <p:ph type="subTitle" idx="6"/>
          </p:nvPr>
        </p:nvSpPr>
        <p:spPr>
          <a:xfrm>
            <a:off x="1163725" y="2978600"/>
            <a:ext cx="2967000" cy="5259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Raleway"/>
              <a:buNone/>
              <a:defRPr sz="1800">
                <a:solidFill>
                  <a:schemeClr val="dk1"/>
                </a:solidFill>
                <a:latin typeface="DM Serif Text"/>
                <a:ea typeface="DM Serif Text"/>
                <a:cs typeface="DM Serif Text"/>
                <a:sym typeface="DM Serif Text"/>
              </a:defRPr>
            </a:lvl1pPr>
            <a:lvl2pPr lvl="1"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a:endParaRPr/>
          </a:p>
        </p:txBody>
      </p:sp>
      <p:sp>
        <p:nvSpPr>
          <p:cNvPr id="242" name="Google Shape;242;p20"/>
          <p:cNvSpPr txBox="1">
            <a:spLocks noGrp="1"/>
          </p:cNvSpPr>
          <p:nvPr>
            <p:ph type="subTitle" idx="7"/>
          </p:nvPr>
        </p:nvSpPr>
        <p:spPr>
          <a:xfrm>
            <a:off x="5013250" y="1230275"/>
            <a:ext cx="2967000" cy="5259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Raleway"/>
              <a:buNone/>
              <a:defRPr sz="1800">
                <a:solidFill>
                  <a:schemeClr val="dk1"/>
                </a:solidFill>
                <a:latin typeface="DM Serif Text"/>
                <a:ea typeface="DM Serif Text"/>
                <a:cs typeface="DM Serif Text"/>
                <a:sym typeface="DM Serif Text"/>
              </a:defRPr>
            </a:lvl1pPr>
            <a:lvl2pPr lvl="1"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a:endParaRPr/>
          </a:p>
        </p:txBody>
      </p:sp>
      <p:sp>
        <p:nvSpPr>
          <p:cNvPr id="243" name="Google Shape;243;p20"/>
          <p:cNvSpPr txBox="1">
            <a:spLocks noGrp="1"/>
          </p:cNvSpPr>
          <p:nvPr>
            <p:ph type="subTitle" idx="8"/>
          </p:nvPr>
        </p:nvSpPr>
        <p:spPr>
          <a:xfrm>
            <a:off x="5013250" y="2978600"/>
            <a:ext cx="2967000" cy="5259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Raleway"/>
              <a:buNone/>
              <a:defRPr sz="1800">
                <a:solidFill>
                  <a:schemeClr val="dk1"/>
                </a:solidFill>
                <a:latin typeface="DM Serif Text"/>
                <a:ea typeface="DM Serif Text"/>
                <a:cs typeface="DM Serif Text"/>
                <a:sym typeface="DM Serif Text"/>
              </a:defRPr>
            </a:lvl1pPr>
            <a:lvl2pPr lvl="1"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a:endParaRPr/>
          </a:p>
        </p:txBody>
      </p:sp>
      <p:sp>
        <p:nvSpPr>
          <p:cNvPr id="244" name="Google Shape;244;p20"/>
          <p:cNvSpPr/>
          <p:nvPr/>
        </p:nvSpPr>
        <p:spPr>
          <a:xfrm>
            <a:off x="8428900" y="75"/>
            <a:ext cx="7152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5" name="Google Shape;245;p20"/>
          <p:cNvGrpSpPr/>
          <p:nvPr/>
        </p:nvGrpSpPr>
        <p:grpSpPr>
          <a:xfrm rot="5400000">
            <a:off x="8589425" y="202025"/>
            <a:ext cx="394125" cy="271800"/>
            <a:chOff x="215225" y="4734875"/>
            <a:chExt cx="394125" cy="271800"/>
          </a:xfrm>
        </p:grpSpPr>
        <p:sp>
          <p:nvSpPr>
            <p:cNvPr id="246" name="Google Shape;246;p20"/>
            <p:cNvSpPr/>
            <p:nvPr/>
          </p:nvSpPr>
          <p:spPr>
            <a:xfrm>
              <a:off x="215225" y="4734875"/>
              <a:ext cx="271800" cy="2718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20"/>
            <p:cNvSpPr/>
            <p:nvPr/>
          </p:nvSpPr>
          <p:spPr>
            <a:xfrm>
              <a:off x="337550" y="4734875"/>
              <a:ext cx="271800" cy="2718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8" name="Google Shape;248;p20"/>
          <p:cNvGrpSpPr/>
          <p:nvPr/>
        </p:nvGrpSpPr>
        <p:grpSpPr>
          <a:xfrm>
            <a:off x="0" y="-8275"/>
            <a:ext cx="9201825" cy="5153700"/>
            <a:chOff x="0" y="-8275"/>
            <a:chExt cx="9201825" cy="5153700"/>
          </a:xfrm>
        </p:grpSpPr>
        <p:grpSp>
          <p:nvGrpSpPr>
            <p:cNvPr id="249" name="Google Shape;249;p20"/>
            <p:cNvGrpSpPr/>
            <p:nvPr/>
          </p:nvGrpSpPr>
          <p:grpSpPr>
            <a:xfrm>
              <a:off x="0" y="4897525"/>
              <a:ext cx="9201825" cy="0"/>
              <a:chOff x="0" y="4897525"/>
              <a:chExt cx="9201825" cy="0"/>
            </a:xfrm>
          </p:grpSpPr>
          <p:cxnSp>
            <p:nvCxnSpPr>
              <p:cNvPr id="250" name="Google Shape;250;p20"/>
              <p:cNvCxnSpPr/>
              <p:nvPr/>
            </p:nvCxnSpPr>
            <p:spPr>
              <a:xfrm>
                <a:off x="0" y="4897525"/>
                <a:ext cx="8445600" cy="0"/>
              </a:xfrm>
              <a:prstGeom prst="straightConnector1">
                <a:avLst/>
              </a:prstGeom>
              <a:noFill/>
              <a:ln w="9525" cap="flat" cmpd="sng">
                <a:solidFill>
                  <a:schemeClr val="dk1"/>
                </a:solidFill>
                <a:prstDash val="solid"/>
                <a:round/>
                <a:headEnd type="none" w="med" len="med"/>
                <a:tailEnd type="none" w="med" len="med"/>
              </a:ln>
            </p:spPr>
          </p:cxnSp>
          <p:cxnSp>
            <p:nvCxnSpPr>
              <p:cNvPr id="251" name="Google Shape;251;p20"/>
              <p:cNvCxnSpPr/>
              <p:nvPr/>
            </p:nvCxnSpPr>
            <p:spPr>
              <a:xfrm>
                <a:off x="8428125" y="4897525"/>
                <a:ext cx="773700" cy="0"/>
              </a:xfrm>
              <a:prstGeom prst="straightConnector1">
                <a:avLst/>
              </a:prstGeom>
              <a:noFill/>
              <a:ln w="9525" cap="flat" cmpd="sng">
                <a:solidFill>
                  <a:schemeClr val="lt1"/>
                </a:solidFill>
                <a:prstDash val="solid"/>
                <a:round/>
                <a:headEnd type="none" w="med" len="med"/>
                <a:tailEnd type="none" w="med" len="med"/>
              </a:ln>
            </p:spPr>
          </p:cxnSp>
        </p:grpSp>
        <p:cxnSp>
          <p:nvCxnSpPr>
            <p:cNvPr id="252" name="Google Shape;252;p20"/>
            <p:cNvCxnSpPr/>
            <p:nvPr/>
          </p:nvCxnSpPr>
          <p:spPr>
            <a:xfrm rot="10800000">
              <a:off x="343300" y="-8275"/>
              <a:ext cx="0" cy="515370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253"/>
        <p:cNvGrpSpPr/>
        <p:nvPr/>
      </p:nvGrpSpPr>
      <p:grpSpPr>
        <a:xfrm>
          <a:off x="0" y="0"/>
          <a:ext cx="0" cy="0"/>
          <a:chOff x="0" y="0"/>
          <a:chExt cx="0" cy="0"/>
        </a:xfrm>
      </p:grpSpPr>
      <p:pic>
        <p:nvPicPr>
          <p:cNvPr id="254" name="Google Shape;254;p21"/>
          <p:cNvPicPr preferRelativeResize="0"/>
          <p:nvPr/>
        </p:nvPicPr>
        <p:blipFill>
          <a:blip r:embed="rId2">
            <a:alphaModFix amt="15000"/>
          </a:blip>
          <a:stretch>
            <a:fillRect/>
          </a:stretch>
        </p:blipFill>
        <p:spPr>
          <a:xfrm>
            <a:off x="0" y="0"/>
            <a:ext cx="9144000" cy="5143500"/>
          </a:xfrm>
          <a:prstGeom prst="rect">
            <a:avLst/>
          </a:prstGeom>
          <a:noFill/>
          <a:ln>
            <a:noFill/>
          </a:ln>
        </p:spPr>
      </p:pic>
      <p:sp>
        <p:nvSpPr>
          <p:cNvPr id="255" name="Google Shape;255;p2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56" name="Google Shape;256;p21"/>
          <p:cNvSpPr txBox="1">
            <a:spLocks noGrp="1"/>
          </p:cNvSpPr>
          <p:nvPr>
            <p:ph type="subTitle" idx="1"/>
          </p:nvPr>
        </p:nvSpPr>
        <p:spPr>
          <a:xfrm>
            <a:off x="720000" y="1756186"/>
            <a:ext cx="1986000" cy="110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57" name="Google Shape;257;p21"/>
          <p:cNvSpPr txBox="1">
            <a:spLocks noGrp="1"/>
          </p:cNvSpPr>
          <p:nvPr>
            <p:ph type="subTitle" idx="2"/>
          </p:nvPr>
        </p:nvSpPr>
        <p:spPr>
          <a:xfrm>
            <a:off x="3579000" y="1756186"/>
            <a:ext cx="1986000" cy="110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58" name="Google Shape;258;p21"/>
          <p:cNvSpPr txBox="1">
            <a:spLocks noGrp="1"/>
          </p:cNvSpPr>
          <p:nvPr>
            <p:ph type="subTitle" idx="3"/>
          </p:nvPr>
        </p:nvSpPr>
        <p:spPr>
          <a:xfrm>
            <a:off x="720000" y="3504500"/>
            <a:ext cx="1993800" cy="110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59" name="Google Shape;259;p21"/>
          <p:cNvSpPr txBox="1">
            <a:spLocks noGrp="1"/>
          </p:cNvSpPr>
          <p:nvPr>
            <p:ph type="subTitle" idx="4"/>
          </p:nvPr>
        </p:nvSpPr>
        <p:spPr>
          <a:xfrm>
            <a:off x="3579000" y="3504500"/>
            <a:ext cx="1978200" cy="110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60" name="Google Shape;260;p21"/>
          <p:cNvSpPr txBox="1">
            <a:spLocks noGrp="1"/>
          </p:cNvSpPr>
          <p:nvPr>
            <p:ph type="subTitle" idx="5"/>
          </p:nvPr>
        </p:nvSpPr>
        <p:spPr>
          <a:xfrm>
            <a:off x="6437997" y="1756186"/>
            <a:ext cx="1986000" cy="110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61" name="Google Shape;261;p21"/>
          <p:cNvSpPr txBox="1">
            <a:spLocks noGrp="1"/>
          </p:cNvSpPr>
          <p:nvPr>
            <p:ph type="subTitle" idx="6"/>
          </p:nvPr>
        </p:nvSpPr>
        <p:spPr>
          <a:xfrm>
            <a:off x="6438000" y="3504500"/>
            <a:ext cx="1986000" cy="110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62" name="Google Shape;262;p21"/>
          <p:cNvSpPr txBox="1">
            <a:spLocks noGrp="1"/>
          </p:cNvSpPr>
          <p:nvPr>
            <p:ph type="subTitle" idx="7"/>
          </p:nvPr>
        </p:nvSpPr>
        <p:spPr>
          <a:xfrm>
            <a:off x="723900" y="1230275"/>
            <a:ext cx="1986000" cy="525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dk1"/>
                </a:solidFill>
                <a:latin typeface="DM Serif Text"/>
                <a:ea typeface="DM Serif Text"/>
                <a:cs typeface="DM Serif Text"/>
                <a:sym typeface="DM Serif Text"/>
              </a:defRPr>
            </a:lvl1pPr>
            <a:lvl2pPr lvl="1" algn="ctr" rtl="0">
              <a:lnSpc>
                <a:spcPct val="100000"/>
              </a:lnSpc>
              <a:spcBef>
                <a:spcPts val="0"/>
              </a:spcBef>
              <a:spcAft>
                <a:spcPts val="0"/>
              </a:spcAft>
              <a:buSzPts val="2400"/>
              <a:buFont typeface="Raleway"/>
              <a:buNone/>
              <a:defRPr sz="2400">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a:p>
        </p:txBody>
      </p:sp>
      <p:sp>
        <p:nvSpPr>
          <p:cNvPr id="263" name="Google Shape;263;p21"/>
          <p:cNvSpPr txBox="1">
            <a:spLocks noGrp="1"/>
          </p:cNvSpPr>
          <p:nvPr>
            <p:ph type="subTitle" idx="8"/>
          </p:nvPr>
        </p:nvSpPr>
        <p:spPr>
          <a:xfrm>
            <a:off x="3582900" y="1230275"/>
            <a:ext cx="1986000" cy="525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dk1"/>
                </a:solidFill>
                <a:latin typeface="DM Serif Text"/>
                <a:ea typeface="DM Serif Text"/>
                <a:cs typeface="DM Serif Text"/>
                <a:sym typeface="DM Serif Text"/>
              </a:defRPr>
            </a:lvl1pPr>
            <a:lvl2pPr lvl="1" algn="ctr" rtl="0">
              <a:lnSpc>
                <a:spcPct val="100000"/>
              </a:lnSpc>
              <a:spcBef>
                <a:spcPts val="0"/>
              </a:spcBef>
              <a:spcAft>
                <a:spcPts val="0"/>
              </a:spcAft>
              <a:buSzPts val="2400"/>
              <a:buFont typeface="Raleway"/>
              <a:buNone/>
              <a:defRPr sz="2400">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a:p>
        </p:txBody>
      </p:sp>
      <p:sp>
        <p:nvSpPr>
          <p:cNvPr id="264" name="Google Shape;264;p21"/>
          <p:cNvSpPr txBox="1">
            <a:spLocks noGrp="1"/>
          </p:cNvSpPr>
          <p:nvPr>
            <p:ph type="subTitle" idx="9"/>
          </p:nvPr>
        </p:nvSpPr>
        <p:spPr>
          <a:xfrm>
            <a:off x="6441900" y="1230275"/>
            <a:ext cx="1986000" cy="525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dk1"/>
                </a:solidFill>
                <a:latin typeface="DM Serif Text"/>
                <a:ea typeface="DM Serif Text"/>
                <a:cs typeface="DM Serif Text"/>
                <a:sym typeface="DM Serif Text"/>
              </a:defRPr>
            </a:lvl1pPr>
            <a:lvl2pPr lvl="1" algn="ctr" rtl="0">
              <a:lnSpc>
                <a:spcPct val="100000"/>
              </a:lnSpc>
              <a:spcBef>
                <a:spcPts val="0"/>
              </a:spcBef>
              <a:spcAft>
                <a:spcPts val="0"/>
              </a:spcAft>
              <a:buSzPts val="2400"/>
              <a:buFont typeface="Raleway"/>
              <a:buNone/>
              <a:defRPr sz="2400">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a:p>
        </p:txBody>
      </p:sp>
      <p:sp>
        <p:nvSpPr>
          <p:cNvPr id="265" name="Google Shape;265;p21"/>
          <p:cNvSpPr txBox="1">
            <a:spLocks noGrp="1"/>
          </p:cNvSpPr>
          <p:nvPr>
            <p:ph type="subTitle" idx="13"/>
          </p:nvPr>
        </p:nvSpPr>
        <p:spPr>
          <a:xfrm>
            <a:off x="723900" y="2978600"/>
            <a:ext cx="1986000" cy="525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dk1"/>
                </a:solidFill>
                <a:latin typeface="DM Serif Text"/>
                <a:ea typeface="DM Serif Text"/>
                <a:cs typeface="DM Serif Text"/>
                <a:sym typeface="DM Serif Text"/>
              </a:defRPr>
            </a:lvl1pPr>
            <a:lvl2pPr lvl="1" algn="ctr" rtl="0">
              <a:lnSpc>
                <a:spcPct val="100000"/>
              </a:lnSpc>
              <a:spcBef>
                <a:spcPts val="0"/>
              </a:spcBef>
              <a:spcAft>
                <a:spcPts val="0"/>
              </a:spcAft>
              <a:buSzPts val="2400"/>
              <a:buFont typeface="Raleway"/>
              <a:buNone/>
              <a:defRPr sz="2400">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a:p>
        </p:txBody>
      </p:sp>
      <p:sp>
        <p:nvSpPr>
          <p:cNvPr id="266" name="Google Shape;266;p21"/>
          <p:cNvSpPr txBox="1">
            <a:spLocks noGrp="1"/>
          </p:cNvSpPr>
          <p:nvPr>
            <p:ph type="subTitle" idx="14"/>
          </p:nvPr>
        </p:nvSpPr>
        <p:spPr>
          <a:xfrm>
            <a:off x="3582900" y="2978600"/>
            <a:ext cx="1986000" cy="525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dk1"/>
                </a:solidFill>
                <a:latin typeface="DM Serif Text"/>
                <a:ea typeface="DM Serif Text"/>
                <a:cs typeface="DM Serif Text"/>
                <a:sym typeface="DM Serif Text"/>
              </a:defRPr>
            </a:lvl1pPr>
            <a:lvl2pPr lvl="1" algn="ctr" rtl="0">
              <a:lnSpc>
                <a:spcPct val="100000"/>
              </a:lnSpc>
              <a:spcBef>
                <a:spcPts val="0"/>
              </a:spcBef>
              <a:spcAft>
                <a:spcPts val="0"/>
              </a:spcAft>
              <a:buSzPts val="2400"/>
              <a:buFont typeface="Raleway"/>
              <a:buNone/>
              <a:defRPr sz="2400">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a:p>
        </p:txBody>
      </p:sp>
      <p:sp>
        <p:nvSpPr>
          <p:cNvPr id="267" name="Google Shape;267;p21"/>
          <p:cNvSpPr txBox="1">
            <a:spLocks noGrp="1"/>
          </p:cNvSpPr>
          <p:nvPr>
            <p:ph type="subTitle" idx="15"/>
          </p:nvPr>
        </p:nvSpPr>
        <p:spPr>
          <a:xfrm>
            <a:off x="6441900" y="2978600"/>
            <a:ext cx="1986000" cy="525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dk1"/>
                </a:solidFill>
                <a:latin typeface="DM Serif Text"/>
                <a:ea typeface="DM Serif Text"/>
                <a:cs typeface="DM Serif Text"/>
                <a:sym typeface="DM Serif Text"/>
              </a:defRPr>
            </a:lvl1pPr>
            <a:lvl2pPr lvl="1" algn="ctr" rtl="0">
              <a:lnSpc>
                <a:spcPct val="100000"/>
              </a:lnSpc>
              <a:spcBef>
                <a:spcPts val="0"/>
              </a:spcBef>
              <a:spcAft>
                <a:spcPts val="0"/>
              </a:spcAft>
              <a:buSzPts val="2400"/>
              <a:buFont typeface="Raleway"/>
              <a:buNone/>
              <a:defRPr sz="2400">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a:p>
        </p:txBody>
      </p:sp>
      <p:sp>
        <p:nvSpPr>
          <p:cNvPr id="268" name="Google Shape;268;p21"/>
          <p:cNvSpPr/>
          <p:nvPr/>
        </p:nvSpPr>
        <p:spPr>
          <a:xfrm>
            <a:off x="0" y="4608500"/>
            <a:ext cx="9144000" cy="535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9" name="Google Shape;269;p21"/>
          <p:cNvGrpSpPr/>
          <p:nvPr/>
        </p:nvGrpSpPr>
        <p:grpSpPr>
          <a:xfrm>
            <a:off x="4374925" y="4740200"/>
            <a:ext cx="394125" cy="271800"/>
            <a:chOff x="215225" y="4734875"/>
            <a:chExt cx="394125" cy="271800"/>
          </a:xfrm>
        </p:grpSpPr>
        <p:sp>
          <p:nvSpPr>
            <p:cNvPr id="270" name="Google Shape;270;p21"/>
            <p:cNvSpPr/>
            <p:nvPr/>
          </p:nvSpPr>
          <p:spPr>
            <a:xfrm>
              <a:off x="215225" y="4734875"/>
              <a:ext cx="271800" cy="2718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21"/>
            <p:cNvSpPr/>
            <p:nvPr/>
          </p:nvSpPr>
          <p:spPr>
            <a:xfrm>
              <a:off x="337550" y="4734875"/>
              <a:ext cx="271800" cy="2718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2" name="Google Shape;272;p21"/>
          <p:cNvGrpSpPr/>
          <p:nvPr/>
        </p:nvGrpSpPr>
        <p:grpSpPr>
          <a:xfrm>
            <a:off x="-6303" y="-673"/>
            <a:ext cx="9170700" cy="5161600"/>
            <a:chOff x="-6303" y="-673"/>
            <a:chExt cx="9170700" cy="5161600"/>
          </a:xfrm>
        </p:grpSpPr>
        <p:grpSp>
          <p:nvGrpSpPr>
            <p:cNvPr id="273" name="Google Shape;273;p21"/>
            <p:cNvGrpSpPr/>
            <p:nvPr/>
          </p:nvGrpSpPr>
          <p:grpSpPr>
            <a:xfrm>
              <a:off x="8800938" y="-673"/>
              <a:ext cx="13" cy="5161600"/>
              <a:chOff x="8800938" y="-18025"/>
              <a:chExt cx="13" cy="5161600"/>
            </a:xfrm>
          </p:grpSpPr>
          <p:cxnSp>
            <p:nvCxnSpPr>
              <p:cNvPr id="274" name="Google Shape;274;p21"/>
              <p:cNvCxnSpPr/>
              <p:nvPr/>
            </p:nvCxnSpPr>
            <p:spPr>
              <a:xfrm rot="10800000">
                <a:off x="8800950" y="-18025"/>
                <a:ext cx="0" cy="4615200"/>
              </a:xfrm>
              <a:prstGeom prst="straightConnector1">
                <a:avLst/>
              </a:prstGeom>
              <a:noFill/>
              <a:ln w="9525" cap="flat" cmpd="sng">
                <a:solidFill>
                  <a:schemeClr val="dk1"/>
                </a:solidFill>
                <a:prstDash val="solid"/>
                <a:round/>
                <a:headEnd type="none" w="med" len="med"/>
                <a:tailEnd type="none" w="med" len="med"/>
              </a:ln>
            </p:spPr>
          </p:cxnSp>
          <p:cxnSp>
            <p:nvCxnSpPr>
              <p:cNvPr id="275" name="Google Shape;275;p21"/>
              <p:cNvCxnSpPr/>
              <p:nvPr/>
            </p:nvCxnSpPr>
            <p:spPr>
              <a:xfrm rot="10800000">
                <a:off x="8800938" y="4590975"/>
                <a:ext cx="0" cy="552600"/>
              </a:xfrm>
              <a:prstGeom prst="straightConnector1">
                <a:avLst/>
              </a:prstGeom>
              <a:noFill/>
              <a:ln w="9525" cap="flat" cmpd="sng">
                <a:solidFill>
                  <a:schemeClr val="lt1"/>
                </a:solidFill>
                <a:prstDash val="solid"/>
                <a:round/>
                <a:headEnd type="none" w="med" len="med"/>
                <a:tailEnd type="none" w="med" len="med"/>
              </a:ln>
            </p:spPr>
          </p:cxnSp>
        </p:grpSp>
        <p:cxnSp>
          <p:nvCxnSpPr>
            <p:cNvPr id="276" name="Google Shape;276;p21"/>
            <p:cNvCxnSpPr/>
            <p:nvPr/>
          </p:nvCxnSpPr>
          <p:spPr>
            <a:xfrm>
              <a:off x="-6303" y="251525"/>
              <a:ext cx="9170700" cy="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277"/>
        <p:cNvGrpSpPr/>
        <p:nvPr/>
      </p:nvGrpSpPr>
      <p:grpSpPr>
        <a:xfrm>
          <a:off x="0" y="0"/>
          <a:ext cx="0" cy="0"/>
          <a:chOff x="0" y="0"/>
          <a:chExt cx="0" cy="0"/>
        </a:xfrm>
      </p:grpSpPr>
      <p:pic>
        <p:nvPicPr>
          <p:cNvPr id="278" name="Google Shape;278;p22"/>
          <p:cNvPicPr preferRelativeResize="0"/>
          <p:nvPr/>
        </p:nvPicPr>
        <p:blipFill>
          <a:blip r:embed="rId2">
            <a:alphaModFix amt="15000"/>
          </a:blip>
          <a:stretch>
            <a:fillRect/>
          </a:stretch>
        </p:blipFill>
        <p:spPr>
          <a:xfrm>
            <a:off x="0" y="0"/>
            <a:ext cx="9144000" cy="5143500"/>
          </a:xfrm>
          <a:prstGeom prst="rect">
            <a:avLst/>
          </a:prstGeom>
          <a:noFill/>
          <a:ln>
            <a:noFill/>
          </a:ln>
        </p:spPr>
      </p:pic>
      <p:sp>
        <p:nvSpPr>
          <p:cNvPr id="279" name="Google Shape;279;p2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80" name="Google Shape;280;p22"/>
          <p:cNvSpPr/>
          <p:nvPr/>
        </p:nvSpPr>
        <p:spPr>
          <a:xfrm>
            <a:off x="0" y="4608500"/>
            <a:ext cx="9144000" cy="535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81" name="Google Shape;281;p22"/>
          <p:cNvGrpSpPr/>
          <p:nvPr/>
        </p:nvGrpSpPr>
        <p:grpSpPr>
          <a:xfrm>
            <a:off x="4374925" y="4740200"/>
            <a:ext cx="394125" cy="271800"/>
            <a:chOff x="215225" y="4734875"/>
            <a:chExt cx="394125" cy="271800"/>
          </a:xfrm>
        </p:grpSpPr>
        <p:sp>
          <p:nvSpPr>
            <p:cNvPr id="282" name="Google Shape;282;p22"/>
            <p:cNvSpPr/>
            <p:nvPr/>
          </p:nvSpPr>
          <p:spPr>
            <a:xfrm>
              <a:off x="215225" y="4734875"/>
              <a:ext cx="271800" cy="2718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22"/>
            <p:cNvSpPr/>
            <p:nvPr/>
          </p:nvSpPr>
          <p:spPr>
            <a:xfrm>
              <a:off x="337550" y="4734875"/>
              <a:ext cx="271800" cy="2718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4" name="Google Shape;284;p22"/>
          <p:cNvGrpSpPr/>
          <p:nvPr/>
        </p:nvGrpSpPr>
        <p:grpSpPr>
          <a:xfrm>
            <a:off x="-6303" y="-673"/>
            <a:ext cx="9170700" cy="5161600"/>
            <a:chOff x="-6303" y="-673"/>
            <a:chExt cx="9170700" cy="5161600"/>
          </a:xfrm>
        </p:grpSpPr>
        <p:grpSp>
          <p:nvGrpSpPr>
            <p:cNvPr id="285" name="Google Shape;285;p22"/>
            <p:cNvGrpSpPr/>
            <p:nvPr/>
          </p:nvGrpSpPr>
          <p:grpSpPr>
            <a:xfrm>
              <a:off x="8800938" y="-673"/>
              <a:ext cx="13" cy="5161600"/>
              <a:chOff x="8800938" y="-18025"/>
              <a:chExt cx="13" cy="5161600"/>
            </a:xfrm>
          </p:grpSpPr>
          <p:cxnSp>
            <p:nvCxnSpPr>
              <p:cNvPr id="286" name="Google Shape;286;p22"/>
              <p:cNvCxnSpPr/>
              <p:nvPr/>
            </p:nvCxnSpPr>
            <p:spPr>
              <a:xfrm rot="10800000">
                <a:off x="8800950" y="-18025"/>
                <a:ext cx="0" cy="4615200"/>
              </a:xfrm>
              <a:prstGeom prst="straightConnector1">
                <a:avLst/>
              </a:prstGeom>
              <a:noFill/>
              <a:ln w="9525" cap="flat" cmpd="sng">
                <a:solidFill>
                  <a:schemeClr val="dk1"/>
                </a:solidFill>
                <a:prstDash val="solid"/>
                <a:round/>
                <a:headEnd type="none" w="med" len="med"/>
                <a:tailEnd type="none" w="med" len="med"/>
              </a:ln>
            </p:spPr>
          </p:cxnSp>
          <p:cxnSp>
            <p:nvCxnSpPr>
              <p:cNvPr id="287" name="Google Shape;287;p22"/>
              <p:cNvCxnSpPr/>
              <p:nvPr/>
            </p:nvCxnSpPr>
            <p:spPr>
              <a:xfrm rot="10800000">
                <a:off x="8800938" y="4590975"/>
                <a:ext cx="0" cy="552600"/>
              </a:xfrm>
              <a:prstGeom prst="straightConnector1">
                <a:avLst/>
              </a:prstGeom>
              <a:noFill/>
              <a:ln w="9525" cap="flat" cmpd="sng">
                <a:solidFill>
                  <a:schemeClr val="lt1"/>
                </a:solidFill>
                <a:prstDash val="solid"/>
                <a:round/>
                <a:headEnd type="none" w="med" len="med"/>
                <a:tailEnd type="none" w="med" len="med"/>
              </a:ln>
            </p:spPr>
          </p:cxnSp>
        </p:grpSp>
        <p:cxnSp>
          <p:nvCxnSpPr>
            <p:cNvPr id="288" name="Google Shape;288;p22"/>
            <p:cNvCxnSpPr/>
            <p:nvPr/>
          </p:nvCxnSpPr>
          <p:spPr>
            <a:xfrm>
              <a:off x="-6303" y="251525"/>
              <a:ext cx="9170700" cy="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only 2">
  <p:cSld name="TITLE_ONLY_2">
    <p:spTree>
      <p:nvGrpSpPr>
        <p:cNvPr id="1" name="Shape 289"/>
        <p:cNvGrpSpPr/>
        <p:nvPr/>
      </p:nvGrpSpPr>
      <p:grpSpPr>
        <a:xfrm>
          <a:off x="0" y="0"/>
          <a:ext cx="0" cy="0"/>
          <a:chOff x="0" y="0"/>
          <a:chExt cx="0" cy="0"/>
        </a:xfrm>
      </p:grpSpPr>
      <p:pic>
        <p:nvPicPr>
          <p:cNvPr id="290" name="Google Shape;290;p23"/>
          <p:cNvPicPr preferRelativeResize="0"/>
          <p:nvPr/>
        </p:nvPicPr>
        <p:blipFill>
          <a:blip r:embed="rId2">
            <a:alphaModFix amt="15000"/>
          </a:blip>
          <a:stretch>
            <a:fillRect/>
          </a:stretch>
        </p:blipFill>
        <p:spPr>
          <a:xfrm>
            <a:off x="0" y="0"/>
            <a:ext cx="9144000" cy="5143500"/>
          </a:xfrm>
          <a:prstGeom prst="rect">
            <a:avLst/>
          </a:prstGeom>
          <a:noFill/>
          <a:ln>
            <a:noFill/>
          </a:ln>
        </p:spPr>
      </p:pic>
      <p:sp>
        <p:nvSpPr>
          <p:cNvPr id="291" name="Google Shape;291;p2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92" name="Google Shape;292;p23"/>
          <p:cNvSpPr/>
          <p:nvPr/>
        </p:nvSpPr>
        <p:spPr>
          <a:xfrm flipH="1">
            <a:off x="1926" y="75"/>
            <a:ext cx="7152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93" name="Google Shape;293;p23"/>
          <p:cNvGrpSpPr/>
          <p:nvPr/>
        </p:nvGrpSpPr>
        <p:grpSpPr>
          <a:xfrm rot="-5400000" flipH="1">
            <a:off x="162316" y="2435865"/>
            <a:ext cx="394125" cy="271746"/>
            <a:chOff x="215225" y="4734875"/>
            <a:chExt cx="394125" cy="271800"/>
          </a:xfrm>
        </p:grpSpPr>
        <p:sp>
          <p:nvSpPr>
            <p:cNvPr id="294" name="Google Shape;294;p23"/>
            <p:cNvSpPr/>
            <p:nvPr/>
          </p:nvSpPr>
          <p:spPr>
            <a:xfrm>
              <a:off x="215225" y="4734875"/>
              <a:ext cx="271800" cy="2718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23"/>
            <p:cNvSpPr/>
            <p:nvPr/>
          </p:nvSpPr>
          <p:spPr>
            <a:xfrm>
              <a:off x="337550" y="4734875"/>
              <a:ext cx="271800" cy="2718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6" name="Google Shape;296;p23"/>
          <p:cNvGrpSpPr/>
          <p:nvPr/>
        </p:nvGrpSpPr>
        <p:grpSpPr>
          <a:xfrm>
            <a:off x="973" y="-8375"/>
            <a:ext cx="9143739" cy="5152800"/>
            <a:chOff x="973" y="-8375"/>
            <a:chExt cx="9143739" cy="5152800"/>
          </a:xfrm>
        </p:grpSpPr>
        <p:cxnSp>
          <p:nvCxnSpPr>
            <p:cNvPr id="297" name="Google Shape;297;p23"/>
            <p:cNvCxnSpPr/>
            <p:nvPr/>
          </p:nvCxnSpPr>
          <p:spPr>
            <a:xfrm rot="10800000">
              <a:off x="700912" y="4890750"/>
              <a:ext cx="8443800" cy="0"/>
            </a:xfrm>
            <a:prstGeom prst="straightConnector1">
              <a:avLst/>
            </a:prstGeom>
            <a:noFill/>
            <a:ln w="9525" cap="flat" cmpd="sng">
              <a:solidFill>
                <a:schemeClr val="dk1"/>
              </a:solidFill>
              <a:prstDash val="solid"/>
              <a:round/>
              <a:headEnd type="none" w="med" len="med"/>
              <a:tailEnd type="none" w="med" len="med"/>
            </a:ln>
          </p:spPr>
        </p:cxnSp>
        <p:cxnSp>
          <p:nvCxnSpPr>
            <p:cNvPr id="298" name="Google Shape;298;p23"/>
            <p:cNvCxnSpPr/>
            <p:nvPr/>
          </p:nvCxnSpPr>
          <p:spPr>
            <a:xfrm rot="10800000">
              <a:off x="973" y="4890750"/>
              <a:ext cx="717300" cy="0"/>
            </a:xfrm>
            <a:prstGeom prst="straightConnector1">
              <a:avLst/>
            </a:prstGeom>
            <a:noFill/>
            <a:ln w="9525" cap="flat" cmpd="sng">
              <a:solidFill>
                <a:schemeClr val="lt1"/>
              </a:solidFill>
              <a:prstDash val="solid"/>
              <a:round/>
              <a:headEnd type="none" w="med" len="med"/>
              <a:tailEnd type="none" w="med" len="med"/>
            </a:ln>
          </p:spPr>
        </p:cxnSp>
        <p:cxnSp>
          <p:nvCxnSpPr>
            <p:cNvPr id="299" name="Google Shape;299;p23"/>
            <p:cNvCxnSpPr/>
            <p:nvPr/>
          </p:nvCxnSpPr>
          <p:spPr>
            <a:xfrm rot="10800000">
              <a:off x="8800950" y="-8375"/>
              <a:ext cx="0" cy="515280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hanks">
  <p:cSld name="BLANK_1_1_1_1_1_1_2">
    <p:spTree>
      <p:nvGrpSpPr>
        <p:cNvPr id="1" name="Shape 300"/>
        <p:cNvGrpSpPr/>
        <p:nvPr/>
      </p:nvGrpSpPr>
      <p:grpSpPr>
        <a:xfrm>
          <a:off x="0" y="0"/>
          <a:ext cx="0" cy="0"/>
          <a:chOff x="0" y="0"/>
          <a:chExt cx="0" cy="0"/>
        </a:xfrm>
      </p:grpSpPr>
      <p:pic>
        <p:nvPicPr>
          <p:cNvPr id="301" name="Google Shape;301;p24"/>
          <p:cNvPicPr preferRelativeResize="0"/>
          <p:nvPr/>
        </p:nvPicPr>
        <p:blipFill>
          <a:blip r:embed="rId2">
            <a:alphaModFix amt="15000"/>
          </a:blip>
          <a:stretch>
            <a:fillRect/>
          </a:stretch>
        </p:blipFill>
        <p:spPr>
          <a:xfrm>
            <a:off x="0" y="0"/>
            <a:ext cx="9144000" cy="5143500"/>
          </a:xfrm>
          <a:prstGeom prst="rect">
            <a:avLst/>
          </a:prstGeom>
          <a:noFill/>
          <a:ln>
            <a:noFill/>
          </a:ln>
        </p:spPr>
      </p:pic>
      <p:sp>
        <p:nvSpPr>
          <p:cNvPr id="302" name="Google Shape;302;p24"/>
          <p:cNvSpPr/>
          <p:nvPr/>
        </p:nvSpPr>
        <p:spPr>
          <a:xfrm>
            <a:off x="0" y="0"/>
            <a:ext cx="41532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3" name="Google Shape;303;p24"/>
          <p:cNvGrpSpPr/>
          <p:nvPr/>
        </p:nvGrpSpPr>
        <p:grpSpPr>
          <a:xfrm>
            <a:off x="-44825" y="535513"/>
            <a:ext cx="9247000" cy="13"/>
            <a:chOff x="-44825" y="535513"/>
            <a:chExt cx="9247000" cy="13"/>
          </a:xfrm>
        </p:grpSpPr>
        <p:cxnSp>
          <p:nvCxnSpPr>
            <p:cNvPr id="304" name="Google Shape;304;p24"/>
            <p:cNvCxnSpPr/>
            <p:nvPr/>
          </p:nvCxnSpPr>
          <p:spPr>
            <a:xfrm>
              <a:off x="-44825" y="535513"/>
              <a:ext cx="4198500" cy="0"/>
            </a:xfrm>
            <a:prstGeom prst="straightConnector1">
              <a:avLst/>
            </a:prstGeom>
            <a:noFill/>
            <a:ln w="9525" cap="flat" cmpd="sng">
              <a:solidFill>
                <a:schemeClr val="lt1"/>
              </a:solidFill>
              <a:prstDash val="solid"/>
              <a:round/>
              <a:headEnd type="none" w="med" len="med"/>
              <a:tailEnd type="none" w="med" len="med"/>
            </a:ln>
          </p:spPr>
        </p:cxnSp>
        <p:cxnSp>
          <p:nvCxnSpPr>
            <p:cNvPr id="305" name="Google Shape;305;p24"/>
            <p:cNvCxnSpPr/>
            <p:nvPr/>
          </p:nvCxnSpPr>
          <p:spPr>
            <a:xfrm>
              <a:off x="4153775" y="535525"/>
              <a:ext cx="5048400" cy="0"/>
            </a:xfrm>
            <a:prstGeom prst="straightConnector1">
              <a:avLst/>
            </a:prstGeom>
            <a:noFill/>
            <a:ln w="9525" cap="flat" cmpd="sng">
              <a:solidFill>
                <a:schemeClr val="dk1"/>
              </a:solidFill>
              <a:prstDash val="solid"/>
              <a:round/>
              <a:headEnd type="none" w="med" len="med"/>
              <a:tailEnd type="none" w="med" len="med"/>
            </a:ln>
          </p:spPr>
        </p:cxnSp>
      </p:grpSp>
      <p:sp>
        <p:nvSpPr>
          <p:cNvPr id="306" name="Google Shape;306;p24"/>
          <p:cNvSpPr txBox="1">
            <a:spLocks noGrp="1"/>
          </p:cNvSpPr>
          <p:nvPr>
            <p:ph type="ctrTitle"/>
          </p:nvPr>
        </p:nvSpPr>
        <p:spPr>
          <a:xfrm>
            <a:off x="4915200" y="862150"/>
            <a:ext cx="3513600" cy="997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5200"/>
              <a:buNone/>
              <a:defRPr sz="52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307" name="Google Shape;307;p24"/>
          <p:cNvSpPr txBox="1">
            <a:spLocks noGrp="1"/>
          </p:cNvSpPr>
          <p:nvPr>
            <p:ph type="subTitle" idx="1"/>
          </p:nvPr>
        </p:nvSpPr>
        <p:spPr>
          <a:xfrm>
            <a:off x="4915275" y="1820675"/>
            <a:ext cx="3513600" cy="943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
        <p:nvSpPr>
          <p:cNvPr id="308" name="Google Shape;308;p24"/>
          <p:cNvSpPr txBox="1"/>
          <p:nvPr/>
        </p:nvSpPr>
        <p:spPr>
          <a:xfrm>
            <a:off x="4915263" y="3329950"/>
            <a:ext cx="3513600" cy="6156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 sz="1000" b="1">
                <a:solidFill>
                  <a:schemeClr val="dk1"/>
                </a:solidFill>
                <a:latin typeface="Arimo"/>
                <a:ea typeface="Arimo"/>
                <a:cs typeface="Arimo"/>
                <a:sym typeface="Arimo"/>
              </a:rPr>
              <a:t>CREDITS:</a:t>
            </a:r>
            <a:r>
              <a:rPr lang="en" sz="1000">
                <a:solidFill>
                  <a:schemeClr val="dk1"/>
                </a:solidFill>
                <a:latin typeface="Arimo"/>
                <a:ea typeface="Arimo"/>
                <a:cs typeface="Arimo"/>
                <a:sym typeface="Arimo"/>
              </a:rPr>
              <a:t> This presentation template was created by </a:t>
            </a:r>
            <a:r>
              <a:rPr lang="en" sz="1000" b="1" u="sng">
                <a:solidFill>
                  <a:schemeClr val="dk1"/>
                </a:solidFill>
                <a:latin typeface="Arimo"/>
                <a:ea typeface="Arimo"/>
                <a:cs typeface="Arimo"/>
                <a:sym typeface="Arimo"/>
                <a:hlinkClick r:id="rId3">
                  <a:extLst>
                    <a:ext uri="{A12FA001-AC4F-418D-AE19-62706E023703}">
                      <ahyp:hlinkClr xmlns:ahyp="http://schemas.microsoft.com/office/drawing/2018/hyperlinkcolor" val="tx"/>
                    </a:ext>
                  </a:extLst>
                </a:hlinkClick>
              </a:rPr>
              <a:t>Slidesgo</a:t>
            </a:r>
            <a:r>
              <a:rPr lang="en" sz="1000" b="1" u="sng">
                <a:solidFill>
                  <a:schemeClr val="dk1"/>
                </a:solidFill>
                <a:latin typeface="Arimo"/>
                <a:ea typeface="Arimo"/>
                <a:cs typeface="Arimo"/>
                <a:sym typeface="Arimo"/>
              </a:rPr>
              <a:t>,</a:t>
            </a:r>
            <a:r>
              <a:rPr lang="en" sz="1000" b="1">
                <a:solidFill>
                  <a:schemeClr val="dk1"/>
                </a:solidFill>
                <a:latin typeface="Arimo"/>
                <a:ea typeface="Arimo"/>
                <a:cs typeface="Arimo"/>
                <a:sym typeface="Arimo"/>
              </a:rPr>
              <a:t> </a:t>
            </a:r>
            <a:r>
              <a:rPr lang="en" sz="1000">
                <a:solidFill>
                  <a:schemeClr val="dk1"/>
                </a:solidFill>
                <a:latin typeface="Arimo"/>
                <a:ea typeface="Arimo"/>
                <a:cs typeface="Arimo"/>
                <a:sym typeface="Arimo"/>
              </a:rPr>
              <a:t>and includes icons by </a:t>
            </a:r>
            <a:r>
              <a:rPr lang="en" sz="1000" b="1" u="sng">
                <a:solidFill>
                  <a:schemeClr val="dk1"/>
                </a:solidFill>
                <a:latin typeface="Arimo"/>
                <a:ea typeface="Arimo"/>
                <a:cs typeface="Arimo"/>
                <a:sym typeface="Arimo"/>
                <a:hlinkClick r:id="rId4">
                  <a:extLst>
                    <a:ext uri="{A12FA001-AC4F-418D-AE19-62706E023703}">
                      <ahyp:hlinkClr xmlns:ahyp="http://schemas.microsoft.com/office/drawing/2018/hyperlinkcolor" val="tx"/>
                    </a:ext>
                  </a:extLst>
                </a:hlinkClick>
              </a:rPr>
              <a:t>Flaticon</a:t>
            </a:r>
            <a:r>
              <a:rPr lang="en" sz="1000" b="1">
                <a:solidFill>
                  <a:schemeClr val="dk1"/>
                </a:solidFill>
                <a:latin typeface="Arimo"/>
                <a:ea typeface="Arimo"/>
                <a:cs typeface="Arimo"/>
                <a:sym typeface="Arimo"/>
              </a:rPr>
              <a:t> </a:t>
            </a:r>
            <a:r>
              <a:rPr lang="en" sz="1000">
                <a:solidFill>
                  <a:schemeClr val="dk1"/>
                </a:solidFill>
                <a:latin typeface="Arimo"/>
                <a:ea typeface="Arimo"/>
                <a:cs typeface="Arimo"/>
                <a:sym typeface="Arimo"/>
              </a:rPr>
              <a:t>and infographics &amp; images by </a:t>
            </a:r>
            <a:r>
              <a:rPr lang="en" sz="1000" b="1" u="sng">
                <a:solidFill>
                  <a:schemeClr val="dk1"/>
                </a:solidFill>
                <a:latin typeface="Arimo"/>
                <a:ea typeface="Arimo"/>
                <a:cs typeface="Arimo"/>
                <a:sym typeface="Arimo"/>
                <a:hlinkClick r:id="rId5">
                  <a:extLst>
                    <a:ext uri="{A12FA001-AC4F-418D-AE19-62706E023703}">
                      <ahyp:hlinkClr xmlns:ahyp="http://schemas.microsoft.com/office/drawing/2018/hyperlinkcolor" val="tx"/>
                    </a:ext>
                  </a:extLst>
                </a:hlinkClick>
              </a:rPr>
              <a:t>Freepik</a:t>
            </a:r>
            <a:endParaRPr sz="1000" b="1" u="sng">
              <a:solidFill>
                <a:schemeClr val="dk1"/>
              </a:solidFill>
              <a:highlight>
                <a:srgbClr val="DFDEFC"/>
              </a:highlight>
              <a:latin typeface="Arimo"/>
              <a:ea typeface="Arimo"/>
              <a:cs typeface="Arimo"/>
              <a:sym typeface="Arimo"/>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309"/>
        <p:cNvGrpSpPr/>
        <p:nvPr/>
      </p:nvGrpSpPr>
      <p:grpSpPr>
        <a:xfrm>
          <a:off x="0" y="0"/>
          <a:ext cx="0" cy="0"/>
          <a:chOff x="0" y="0"/>
          <a:chExt cx="0" cy="0"/>
        </a:xfrm>
      </p:grpSpPr>
      <p:pic>
        <p:nvPicPr>
          <p:cNvPr id="310" name="Google Shape;310;p25"/>
          <p:cNvPicPr preferRelativeResize="0"/>
          <p:nvPr/>
        </p:nvPicPr>
        <p:blipFill>
          <a:blip r:embed="rId2">
            <a:alphaModFix amt="15000"/>
          </a:blip>
          <a:stretch>
            <a:fillRect/>
          </a:stretch>
        </p:blipFill>
        <p:spPr>
          <a:xfrm>
            <a:off x="0" y="0"/>
            <a:ext cx="9144000" cy="5143500"/>
          </a:xfrm>
          <a:prstGeom prst="rect">
            <a:avLst/>
          </a:prstGeom>
          <a:noFill/>
          <a:ln>
            <a:noFill/>
          </a:ln>
        </p:spPr>
      </p:pic>
      <p:sp>
        <p:nvSpPr>
          <p:cNvPr id="311" name="Google Shape;311;p25"/>
          <p:cNvSpPr/>
          <p:nvPr/>
        </p:nvSpPr>
        <p:spPr>
          <a:xfrm>
            <a:off x="-125" y="-11925"/>
            <a:ext cx="9144000" cy="546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2" name="Google Shape;312;p25"/>
          <p:cNvGrpSpPr/>
          <p:nvPr/>
        </p:nvGrpSpPr>
        <p:grpSpPr>
          <a:xfrm>
            <a:off x="0" y="-14925"/>
            <a:ext cx="9151800" cy="5158500"/>
            <a:chOff x="0" y="-14925"/>
            <a:chExt cx="9151800" cy="5158500"/>
          </a:xfrm>
        </p:grpSpPr>
        <p:cxnSp>
          <p:nvCxnSpPr>
            <p:cNvPr id="313" name="Google Shape;313;p25"/>
            <p:cNvCxnSpPr/>
            <p:nvPr/>
          </p:nvCxnSpPr>
          <p:spPr>
            <a:xfrm>
              <a:off x="0" y="4897525"/>
              <a:ext cx="9151800" cy="0"/>
            </a:xfrm>
            <a:prstGeom prst="straightConnector1">
              <a:avLst/>
            </a:prstGeom>
            <a:noFill/>
            <a:ln w="9525" cap="flat" cmpd="sng">
              <a:solidFill>
                <a:schemeClr val="dk1"/>
              </a:solidFill>
              <a:prstDash val="solid"/>
              <a:round/>
              <a:headEnd type="none" w="med" len="med"/>
              <a:tailEnd type="none" w="med" len="med"/>
            </a:ln>
          </p:spPr>
        </p:cxnSp>
        <p:cxnSp>
          <p:nvCxnSpPr>
            <p:cNvPr id="314" name="Google Shape;314;p25"/>
            <p:cNvCxnSpPr/>
            <p:nvPr/>
          </p:nvCxnSpPr>
          <p:spPr>
            <a:xfrm rot="10800000">
              <a:off x="343050" y="533475"/>
              <a:ext cx="0" cy="4610100"/>
            </a:xfrm>
            <a:prstGeom prst="straightConnector1">
              <a:avLst/>
            </a:prstGeom>
            <a:noFill/>
            <a:ln w="9525" cap="flat" cmpd="sng">
              <a:solidFill>
                <a:schemeClr val="dk1"/>
              </a:solidFill>
              <a:prstDash val="solid"/>
              <a:round/>
              <a:headEnd type="none" w="med" len="med"/>
              <a:tailEnd type="none" w="med" len="med"/>
            </a:ln>
          </p:spPr>
        </p:cxnSp>
        <p:cxnSp>
          <p:nvCxnSpPr>
            <p:cNvPr id="315" name="Google Shape;315;p25"/>
            <p:cNvCxnSpPr/>
            <p:nvPr/>
          </p:nvCxnSpPr>
          <p:spPr>
            <a:xfrm rot="10800000">
              <a:off x="343050" y="-14925"/>
              <a:ext cx="0" cy="549300"/>
            </a:xfrm>
            <a:prstGeom prst="straightConnector1">
              <a:avLst/>
            </a:prstGeom>
            <a:noFill/>
            <a:ln w="9525" cap="flat" cmpd="sng">
              <a:solidFill>
                <a:schemeClr val="lt1"/>
              </a:solidFill>
              <a:prstDash val="solid"/>
              <a:round/>
              <a:headEnd type="none" w="med" len="med"/>
              <a:tailEnd type="none" w="med" len="med"/>
            </a:ln>
          </p:spPr>
        </p:cxnSp>
      </p:grpSp>
      <p:grpSp>
        <p:nvGrpSpPr>
          <p:cNvPr id="316" name="Google Shape;316;p25"/>
          <p:cNvGrpSpPr/>
          <p:nvPr/>
        </p:nvGrpSpPr>
        <p:grpSpPr>
          <a:xfrm>
            <a:off x="8603888" y="123825"/>
            <a:ext cx="394125" cy="271800"/>
            <a:chOff x="215225" y="4734875"/>
            <a:chExt cx="394125" cy="271800"/>
          </a:xfrm>
        </p:grpSpPr>
        <p:sp>
          <p:nvSpPr>
            <p:cNvPr id="317" name="Google Shape;317;p25"/>
            <p:cNvSpPr/>
            <p:nvPr/>
          </p:nvSpPr>
          <p:spPr>
            <a:xfrm>
              <a:off x="215225" y="4734875"/>
              <a:ext cx="271800" cy="2718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25"/>
            <p:cNvSpPr/>
            <p:nvPr/>
          </p:nvSpPr>
          <p:spPr>
            <a:xfrm>
              <a:off x="337550" y="4734875"/>
              <a:ext cx="271800" cy="2718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319"/>
        <p:cNvGrpSpPr/>
        <p:nvPr/>
      </p:nvGrpSpPr>
      <p:grpSpPr>
        <a:xfrm>
          <a:off x="0" y="0"/>
          <a:ext cx="0" cy="0"/>
          <a:chOff x="0" y="0"/>
          <a:chExt cx="0" cy="0"/>
        </a:xfrm>
      </p:grpSpPr>
      <p:pic>
        <p:nvPicPr>
          <p:cNvPr id="320" name="Google Shape;320;p26"/>
          <p:cNvPicPr preferRelativeResize="0"/>
          <p:nvPr/>
        </p:nvPicPr>
        <p:blipFill>
          <a:blip r:embed="rId2">
            <a:alphaModFix amt="15000"/>
          </a:blip>
          <a:stretch>
            <a:fillRect/>
          </a:stretch>
        </p:blipFill>
        <p:spPr>
          <a:xfrm>
            <a:off x="0" y="0"/>
            <a:ext cx="9144000" cy="5143500"/>
          </a:xfrm>
          <a:prstGeom prst="rect">
            <a:avLst/>
          </a:prstGeom>
          <a:noFill/>
          <a:ln>
            <a:noFill/>
          </a:ln>
        </p:spPr>
      </p:pic>
      <p:sp>
        <p:nvSpPr>
          <p:cNvPr id="321" name="Google Shape;321;p26"/>
          <p:cNvSpPr/>
          <p:nvPr/>
        </p:nvSpPr>
        <p:spPr>
          <a:xfrm>
            <a:off x="8428900" y="75"/>
            <a:ext cx="7152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2" name="Google Shape;322;p26"/>
          <p:cNvGrpSpPr/>
          <p:nvPr/>
        </p:nvGrpSpPr>
        <p:grpSpPr>
          <a:xfrm rot="5400000">
            <a:off x="8589425" y="4564550"/>
            <a:ext cx="394125" cy="271800"/>
            <a:chOff x="215225" y="4734875"/>
            <a:chExt cx="394125" cy="271800"/>
          </a:xfrm>
        </p:grpSpPr>
        <p:sp>
          <p:nvSpPr>
            <p:cNvPr id="323" name="Google Shape;323;p26"/>
            <p:cNvSpPr/>
            <p:nvPr/>
          </p:nvSpPr>
          <p:spPr>
            <a:xfrm>
              <a:off x="215225" y="4734875"/>
              <a:ext cx="271800" cy="2718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26"/>
            <p:cNvSpPr/>
            <p:nvPr/>
          </p:nvSpPr>
          <p:spPr>
            <a:xfrm>
              <a:off x="337550" y="4734875"/>
              <a:ext cx="271800" cy="2718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5" name="Google Shape;325;p26"/>
          <p:cNvGrpSpPr/>
          <p:nvPr/>
        </p:nvGrpSpPr>
        <p:grpSpPr>
          <a:xfrm>
            <a:off x="0" y="-8275"/>
            <a:ext cx="9152325" cy="5153700"/>
            <a:chOff x="0" y="-8275"/>
            <a:chExt cx="9152325" cy="5153700"/>
          </a:xfrm>
        </p:grpSpPr>
        <p:cxnSp>
          <p:nvCxnSpPr>
            <p:cNvPr id="326" name="Google Shape;326;p26"/>
            <p:cNvCxnSpPr/>
            <p:nvPr/>
          </p:nvCxnSpPr>
          <p:spPr>
            <a:xfrm>
              <a:off x="0" y="251525"/>
              <a:ext cx="8445600" cy="0"/>
            </a:xfrm>
            <a:prstGeom prst="straightConnector1">
              <a:avLst/>
            </a:prstGeom>
            <a:noFill/>
            <a:ln w="9525" cap="flat" cmpd="sng">
              <a:solidFill>
                <a:schemeClr val="dk1"/>
              </a:solidFill>
              <a:prstDash val="solid"/>
              <a:round/>
              <a:headEnd type="none" w="med" len="med"/>
              <a:tailEnd type="none" w="med" len="med"/>
            </a:ln>
          </p:spPr>
        </p:cxnSp>
        <p:cxnSp>
          <p:nvCxnSpPr>
            <p:cNvPr id="327" name="Google Shape;327;p26"/>
            <p:cNvCxnSpPr/>
            <p:nvPr/>
          </p:nvCxnSpPr>
          <p:spPr>
            <a:xfrm>
              <a:off x="8428125" y="251525"/>
              <a:ext cx="724200" cy="0"/>
            </a:xfrm>
            <a:prstGeom prst="straightConnector1">
              <a:avLst/>
            </a:prstGeom>
            <a:noFill/>
            <a:ln w="9525" cap="flat" cmpd="sng">
              <a:solidFill>
                <a:schemeClr val="lt1"/>
              </a:solidFill>
              <a:prstDash val="solid"/>
              <a:round/>
              <a:headEnd type="none" w="med" len="med"/>
              <a:tailEnd type="none" w="med" len="med"/>
            </a:ln>
          </p:spPr>
        </p:cxnSp>
        <p:cxnSp>
          <p:nvCxnSpPr>
            <p:cNvPr id="328" name="Google Shape;328;p26"/>
            <p:cNvCxnSpPr/>
            <p:nvPr/>
          </p:nvCxnSpPr>
          <p:spPr>
            <a:xfrm rot="10800000">
              <a:off x="343300" y="-8275"/>
              <a:ext cx="0" cy="515370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332"/>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only">
  <p:cSld name="CUSTOM">
    <p:spTree>
      <p:nvGrpSpPr>
        <p:cNvPr id="1" name="Shape 333"/>
        <p:cNvGrpSpPr/>
        <p:nvPr/>
      </p:nvGrpSpPr>
      <p:grpSpPr>
        <a:xfrm>
          <a:off x="0" y="0"/>
          <a:ext cx="0" cy="0"/>
          <a:chOff x="0" y="0"/>
          <a:chExt cx="0" cy="0"/>
        </a:xfrm>
      </p:grpSpPr>
      <p:sp>
        <p:nvSpPr>
          <p:cNvPr id="334" name="Google Shape;334;p29"/>
          <p:cNvSpPr txBox="1">
            <a:spLocks noGrp="1"/>
          </p:cNvSpPr>
          <p:nvPr>
            <p:ph type="title"/>
          </p:nvPr>
        </p:nvSpPr>
        <p:spPr>
          <a:xfrm>
            <a:off x="716775" y="510900"/>
            <a:ext cx="7710600" cy="4824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None/>
              <a:defRPr>
                <a:solidFill>
                  <a:schemeClr val="lt1"/>
                </a:solidFill>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26.xml"/><Relationship Id="rId1"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5100" y="445025"/>
            <a:ext cx="77139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DM Serif Text"/>
              <a:buNone/>
              <a:defRPr sz="3000">
                <a:solidFill>
                  <a:schemeClr val="dk1"/>
                </a:solidFill>
                <a:latin typeface="DM Serif Text"/>
                <a:ea typeface="DM Serif Text"/>
                <a:cs typeface="DM Serif Text"/>
                <a:sym typeface="DM Serif Text"/>
              </a:defRPr>
            </a:lvl1pPr>
            <a:lvl2pPr lvl="1" rtl="0">
              <a:spcBef>
                <a:spcPts val="0"/>
              </a:spcBef>
              <a:spcAft>
                <a:spcPts val="0"/>
              </a:spcAft>
              <a:buClr>
                <a:schemeClr val="dk1"/>
              </a:buClr>
              <a:buSzPts val="3500"/>
              <a:buFont typeface="DM Serif Text"/>
              <a:buNone/>
              <a:defRPr sz="3500">
                <a:solidFill>
                  <a:schemeClr val="dk1"/>
                </a:solidFill>
                <a:latin typeface="DM Serif Text"/>
                <a:ea typeface="DM Serif Text"/>
                <a:cs typeface="DM Serif Text"/>
                <a:sym typeface="DM Serif Text"/>
              </a:defRPr>
            </a:lvl2pPr>
            <a:lvl3pPr lvl="2" rtl="0">
              <a:spcBef>
                <a:spcPts val="0"/>
              </a:spcBef>
              <a:spcAft>
                <a:spcPts val="0"/>
              </a:spcAft>
              <a:buClr>
                <a:schemeClr val="dk1"/>
              </a:buClr>
              <a:buSzPts val="3500"/>
              <a:buFont typeface="DM Serif Text"/>
              <a:buNone/>
              <a:defRPr sz="3500">
                <a:solidFill>
                  <a:schemeClr val="dk1"/>
                </a:solidFill>
                <a:latin typeface="DM Serif Text"/>
                <a:ea typeface="DM Serif Text"/>
                <a:cs typeface="DM Serif Text"/>
                <a:sym typeface="DM Serif Text"/>
              </a:defRPr>
            </a:lvl3pPr>
            <a:lvl4pPr lvl="3" rtl="0">
              <a:spcBef>
                <a:spcPts val="0"/>
              </a:spcBef>
              <a:spcAft>
                <a:spcPts val="0"/>
              </a:spcAft>
              <a:buClr>
                <a:schemeClr val="dk1"/>
              </a:buClr>
              <a:buSzPts val="3500"/>
              <a:buFont typeface="DM Serif Text"/>
              <a:buNone/>
              <a:defRPr sz="3500">
                <a:solidFill>
                  <a:schemeClr val="dk1"/>
                </a:solidFill>
                <a:latin typeface="DM Serif Text"/>
                <a:ea typeface="DM Serif Text"/>
                <a:cs typeface="DM Serif Text"/>
                <a:sym typeface="DM Serif Text"/>
              </a:defRPr>
            </a:lvl4pPr>
            <a:lvl5pPr lvl="4" rtl="0">
              <a:spcBef>
                <a:spcPts val="0"/>
              </a:spcBef>
              <a:spcAft>
                <a:spcPts val="0"/>
              </a:spcAft>
              <a:buClr>
                <a:schemeClr val="dk1"/>
              </a:buClr>
              <a:buSzPts val="3500"/>
              <a:buFont typeface="DM Serif Text"/>
              <a:buNone/>
              <a:defRPr sz="3500">
                <a:solidFill>
                  <a:schemeClr val="dk1"/>
                </a:solidFill>
                <a:latin typeface="DM Serif Text"/>
                <a:ea typeface="DM Serif Text"/>
                <a:cs typeface="DM Serif Text"/>
                <a:sym typeface="DM Serif Text"/>
              </a:defRPr>
            </a:lvl5pPr>
            <a:lvl6pPr lvl="5" rtl="0">
              <a:spcBef>
                <a:spcPts val="0"/>
              </a:spcBef>
              <a:spcAft>
                <a:spcPts val="0"/>
              </a:spcAft>
              <a:buClr>
                <a:schemeClr val="dk1"/>
              </a:buClr>
              <a:buSzPts val="3500"/>
              <a:buFont typeface="DM Serif Text"/>
              <a:buNone/>
              <a:defRPr sz="3500">
                <a:solidFill>
                  <a:schemeClr val="dk1"/>
                </a:solidFill>
                <a:latin typeface="DM Serif Text"/>
                <a:ea typeface="DM Serif Text"/>
                <a:cs typeface="DM Serif Text"/>
                <a:sym typeface="DM Serif Text"/>
              </a:defRPr>
            </a:lvl6pPr>
            <a:lvl7pPr lvl="6" rtl="0">
              <a:spcBef>
                <a:spcPts val="0"/>
              </a:spcBef>
              <a:spcAft>
                <a:spcPts val="0"/>
              </a:spcAft>
              <a:buClr>
                <a:schemeClr val="dk1"/>
              </a:buClr>
              <a:buSzPts val="3500"/>
              <a:buFont typeface="DM Serif Text"/>
              <a:buNone/>
              <a:defRPr sz="3500">
                <a:solidFill>
                  <a:schemeClr val="dk1"/>
                </a:solidFill>
                <a:latin typeface="DM Serif Text"/>
                <a:ea typeface="DM Serif Text"/>
                <a:cs typeface="DM Serif Text"/>
                <a:sym typeface="DM Serif Text"/>
              </a:defRPr>
            </a:lvl7pPr>
            <a:lvl8pPr lvl="7" rtl="0">
              <a:spcBef>
                <a:spcPts val="0"/>
              </a:spcBef>
              <a:spcAft>
                <a:spcPts val="0"/>
              </a:spcAft>
              <a:buClr>
                <a:schemeClr val="dk1"/>
              </a:buClr>
              <a:buSzPts val="3500"/>
              <a:buFont typeface="DM Serif Text"/>
              <a:buNone/>
              <a:defRPr sz="3500">
                <a:solidFill>
                  <a:schemeClr val="dk1"/>
                </a:solidFill>
                <a:latin typeface="DM Serif Text"/>
                <a:ea typeface="DM Serif Text"/>
                <a:cs typeface="DM Serif Text"/>
                <a:sym typeface="DM Serif Text"/>
              </a:defRPr>
            </a:lvl8pPr>
            <a:lvl9pPr lvl="8" rtl="0">
              <a:spcBef>
                <a:spcPts val="0"/>
              </a:spcBef>
              <a:spcAft>
                <a:spcPts val="0"/>
              </a:spcAft>
              <a:buClr>
                <a:schemeClr val="dk1"/>
              </a:buClr>
              <a:buSzPts val="3500"/>
              <a:buFont typeface="DM Serif Text"/>
              <a:buNone/>
              <a:defRPr sz="3500">
                <a:solidFill>
                  <a:schemeClr val="dk1"/>
                </a:solidFill>
                <a:latin typeface="DM Serif Text"/>
                <a:ea typeface="DM Serif Text"/>
                <a:cs typeface="DM Serif Text"/>
                <a:sym typeface="DM Serif Text"/>
              </a:defRPr>
            </a:lvl9pPr>
          </a:lstStyle>
          <a:p>
            <a:endParaRPr/>
          </a:p>
        </p:txBody>
      </p:sp>
      <p:sp>
        <p:nvSpPr>
          <p:cNvPr id="7" name="Google Shape;7;p1"/>
          <p:cNvSpPr txBox="1">
            <a:spLocks noGrp="1"/>
          </p:cNvSpPr>
          <p:nvPr>
            <p:ph type="body" idx="1"/>
          </p:nvPr>
        </p:nvSpPr>
        <p:spPr>
          <a:xfrm>
            <a:off x="715100" y="1152475"/>
            <a:ext cx="77139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1pPr>
            <a:lvl2pPr marL="914400" lvl="1" indent="-304800">
              <a:lnSpc>
                <a:spcPct val="100000"/>
              </a:lnSpc>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2pPr>
            <a:lvl3pPr marL="1371600" lvl="2" indent="-304800">
              <a:lnSpc>
                <a:spcPct val="100000"/>
              </a:lnSpc>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3pPr>
            <a:lvl4pPr marL="1828800" lvl="3" indent="-304800">
              <a:lnSpc>
                <a:spcPct val="100000"/>
              </a:lnSpc>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4pPr>
            <a:lvl5pPr marL="2286000" lvl="4" indent="-304800">
              <a:lnSpc>
                <a:spcPct val="100000"/>
              </a:lnSpc>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5pPr>
            <a:lvl6pPr marL="2743200" lvl="5" indent="-304800">
              <a:lnSpc>
                <a:spcPct val="100000"/>
              </a:lnSpc>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6pPr>
            <a:lvl7pPr marL="3200400" lvl="6" indent="-304800">
              <a:lnSpc>
                <a:spcPct val="100000"/>
              </a:lnSpc>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7pPr>
            <a:lvl8pPr marL="3657600" lvl="7" indent="-304800">
              <a:lnSpc>
                <a:spcPct val="100000"/>
              </a:lnSpc>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8pPr>
            <a:lvl9pPr marL="4114800" lvl="8" indent="-304800">
              <a:lnSpc>
                <a:spcPct val="100000"/>
              </a:lnSpc>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rgbClr val="0E2A47"/>
        </a:solidFill>
        <a:effectLst/>
      </p:bgPr>
    </p:bg>
    <p:spTree>
      <p:nvGrpSpPr>
        <p:cNvPr id="1" name="Shape 329"/>
        <p:cNvGrpSpPr/>
        <p:nvPr/>
      </p:nvGrpSpPr>
      <p:grpSpPr>
        <a:xfrm>
          <a:off x="0" y="0"/>
          <a:ext cx="0" cy="0"/>
          <a:chOff x="0" y="0"/>
          <a:chExt cx="0" cy="0"/>
        </a:xfrm>
      </p:grpSpPr>
      <p:sp>
        <p:nvSpPr>
          <p:cNvPr id="330" name="Google Shape;330;p27"/>
          <p:cNvSpPr txBox="1">
            <a:spLocks noGrp="1"/>
          </p:cNvSpPr>
          <p:nvPr>
            <p:ph type="title"/>
          </p:nvPr>
        </p:nvSpPr>
        <p:spPr>
          <a:xfrm>
            <a:off x="1068100" y="933450"/>
            <a:ext cx="7047300" cy="4824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None/>
              <a:defRPr sz="2400">
                <a:solidFill>
                  <a:srgbClr val="FFFFFF"/>
                </a:solidFill>
              </a:defRPr>
            </a:lvl1pPr>
            <a:lvl2pPr lvl="1" algn="ctr" rtl="0">
              <a:spcBef>
                <a:spcPts val="0"/>
              </a:spcBef>
              <a:spcAft>
                <a:spcPts val="0"/>
              </a:spcAft>
              <a:buClr>
                <a:srgbClr val="FFFFFF"/>
              </a:buClr>
              <a:buSzPts val="2400"/>
              <a:buNone/>
              <a:defRPr sz="2400">
                <a:solidFill>
                  <a:srgbClr val="FFFFFF"/>
                </a:solidFill>
              </a:defRPr>
            </a:lvl2pPr>
            <a:lvl3pPr lvl="2" algn="ctr" rtl="0">
              <a:spcBef>
                <a:spcPts val="0"/>
              </a:spcBef>
              <a:spcAft>
                <a:spcPts val="0"/>
              </a:spcAft>
              <a:buClr>
                <a:srgbClr val="FFFFFF"/>
              </a:buClr>
              <a:buSzPts val="2400"/>
              <a:buNone/>
              <a:defRPr sz="2400">
                <a:solidFill>
                  <a:srgbClr val="FFFFFF"/>
                </a:solidFill>
              </a:defRPr>
            </a:lvl3pPr>
            <a:lvl4pPr lvl="3" algn="ctr" rtl="0">
              <a:spcBef>
                <a:spcPts val="0"/>
              </a:spcBef>
              <a:spcAft>
                <a:spcPts val="0"/>
              </a:spcAft>
              <a:buClr>
                <a:srgbClr val="FFFFFF"/>
              </a:buClr>
              <a:buSzPts val="2400"/>
              <a:buNone/>
              <a:defRPr sz="2400">
                <a:solidFill>
                  <a:srgbClr val="FFFFFF"/>
                </a:solidFill>
              </a:defRPr>
            </a:lvl4pPr>
            <a:lvl5pPr lvl="4" algn="ctr" rtl="0">
              <a:spcBef>
                <a:spcPts val="0"/>
              </a:spcBef>
              <a:spcAft>
                <a:spcPts val="0"/>
              </a:spcAft>
              <a:buClr>
                <a:srgbClr val="FFFFFF"/>
              </a:buClr>
              <a:buSzPts val="2400"/>
              <a:buNone/>
              <a:defRPr sz="2400">
                <a:solidFill>
                  <a:srgbClr val="FFFFFF"/>
                </a:solidFill>
              </a:defRPr>
            </a:lvl5pPr>
            <a:lvl6pPr lvl="5" algn="ctr" rtl="0">
              <a:spcBef>
                <a:spcPts val="0"/>
              </a:spcBef>
              <a:spcAft>
                <a:spcPts val="0"/>
              </a:spcAft>
              <a:buClr>
                <a:srgbClr val="FFFFFF"/>
              </a:buClr>
              <a:buSzPts val="2400"/>
              <a:buNone/>
              <a:defRPr sz="2400">
                <a:solidFill>
                  <a:srgbClr val="FFFFFF"/>
                </a:solidFill>
              </a:defRPr>
            </a:lvl6pPr>
            <a:lvl7pPr lvl="6" algn="ctr" rtl="0">
              <a:spcBef>
                <a:spcPts val="0"/>
              </a:spcBef>
              <a:spcAft>
                <a:spcPts val="0"/>
              </a:spcAft>
              <a:buClr>
                <a:srgbClr val="FFFFFF"/>
              </a:buClr>
              <a:buSzPts val="2400"/>
              <a:buNone/>
              <a:defRPr sz="2400">
                <a:solidFill>
                  <a:srgbClr val="FFFFFF"/>
                </a:solidFill>
              </a:defRPr>
            </a:lvl7pPr>
            <a:lvl8pPr lvl="7" algn="ctr" rtl="0">
              <a:spcBef>
                <a:spcPts val="0"/>
              </a:spcBef>
              <a:spcAft>
                <a:spcPts val="0"/>
              </a:spcAft>
              <a:buClr>
                <a:srgbClr val="FFFFFF"/>
              </a:buClr>
              <a:buSzPts val="2400"/>
              <a:buNone/>
              <a:defRPr sz="2400">
                <a:solidFill>
                  <a:srgbClr val="FFFFFF"/>
                </a:solidFill>
              </a:defRPr>
            </a:lvl8pPr>
            <a:lvl9pPr lvl="8" algn="ctr" rtl="0">
              <a:spcBef>
                <a:spcPts val="0"/>
              </a:spcBef>
              <a:spcAft>
                <a:spcPts val="0"/>
              </a:spcAft>
              <a:buClr>
                <a:srgbClr val="FFFFFF"/>
              </a:buClr>
              <a:buSzPts val="2400"/>
              <a:buNone/>
              <a:defRPr sz="2400">
                <a:solidFill>
                  <a:srgbClr val="FFFFFF"/>
                </a:solidFill>
              </a:defRPr>
            </a:lvl9pPr>
          </a:lstStyle>
          <a:p>
            <a:endParaRPr/>
          </a:p>
        </p:txBody>
      </p:sp>
      <p:sp>
        <p:nvSpPr>
          <p:cNvPr id="331" name="Google Shape;331;p27"/>
          <p:cNvSpPr txBox="1">
            <a:spLocks noGrp="1"/>
          </p:cNvSpPr>
          <p:nvPr>
            <p:ph type="body" idx="1"/>
          </p:nvPr>
        </p:nvSpPr>
        <p:spPr>
          <a:xfrm>
            <a:off x="1068100" y="1695450"/>
            <a:ext cx="7047300" cy="2502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cSld>
  <p:clrMap bg1="lt1" tx1="dk1" bg2="dk2" tx2="lt2" accent1="accent1" accent2="accent2" accent3="accent3" accent4="accent4" accent5="accent5" accent6="accent6" hlink="hlink" folHlink="folHlink"/>
  <p:sldLayoutIdLst>
    <p:sldLayoutId id="2147483673" r:id="rId1"/>
    <p:sldLayoutId id="2147483674" r:id="rId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cxnSp>
        <p:nvCxnSpPr>
          <p:cNvPr id="339" name="Google Shape;339;p30"/>
          <p:cNvCxnSpPr/>
          <p:nvPr/>
        </p:nvCxnSpPr>
        <p:spPr>
          <a:xfrm>
            <a:off x="-286075" y="3152400"/>
            <a:ext cx="9896700" cy="0"/>
          </a:xfrm>
          <a:prstGeom prst="straightConnector1">
            <a:avLst/>
          </a:prstGeom>
          <a:noFill/>
          <a:ln w="9525" cap="flat" cmpd="sng">
            <a:solidFill>
              <a:schemeClr val="dk1"/>
            </a:solidFill>
            <a:prstDash val="solid"/>
            <a:round/>
            <a:headEnd type="none" w="med" len="med"/>
            <a:tailEnd type="none" w="med" len="med"/>
          </a:ln>
        </p:spPr>
      </p:cxnSp>
      <p:sp>
        <p:nvSpPr>
          <p:cNvPr id="340" name="Google Shape;340;p30"/>
          <p:cNvSpPr txBox="1">
            <a:spLocks noGrp="1"/>
          </p:cNvSpPr>
          <p:nvPr>
            <p:ph type="ctrTitle"/>
          </p:nvPr>
        </p:nvSpPr>
        <p:spPr>
          <a:xfrm>
            <a:off x="715100" y="1012438"/>
            <a:ext cx="6251100" cy="1570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Agentic AI &amp; the Future of Tech Careers</a:t>
            </a:r>
            <a:endParaRPr/>
          </a:p>
        </p:txBody>
      </p:sp>
      <p:sp>
        <p:nvSpPr>
          <p:cNvPr id="341" name="Google Shape;341;p30"/>
          <p:cNvSpPr txBox="1">
            <a:spLocks noGrp="1"/>
          </p:cNvSpPr>
          <p:nvPr>
            <p:ph type="subTitle" idx="1"/>
          </p:nvPr>
        </p:nvSpPr>
        <p:spPr>
          <a:xfrm>
            <a:off x="4572000" y="3721563"/>
            <a:ext cx="3856800" cy="4095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dirty="0"/>
              <a:t>Shreya Kunda</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27" name="Title 26">
            <a:extLst>
              <a:ext uri="{FF2B5EF4-FFF2-40B4-BE49-F238E27FC236}">
                <a16:creationId xmlns:a16="http://schemas.microsoft.com/office/drawing/2014/main" id="{41E98B8F-1413-BA70-DD90-019E07BCCB39}"/>
              </a:ext>
            </a:extLst>
          </p:cNvPr>
          <p:cNvSpPr>
            <a:spLocks noGrp="1"/>
          </p:cNvSpPr>
          <p:nvPr>
            <p:ph type="title"/>
          </p:nvPr>
        </p:nvSpPr>
        <p:spPr/>
        <p:txBody>
          <a:bodyPr/>
          <a:lstStyle/>
          <a:p>
            <a:r>
              <a:rPr lang="en-US" sz="2800" b="1" dirty="0"/>
              <a:t>WHAT WE’LL COVER</a:t>
            </a:r>
          </a:p>
        </p:txBody>
      </p:sp>
      <p:sp>
        <p:nvSpPr>
          <p:cNvPr id="29" name="Shape 2">
            <a:extLst>
              <a:ext uri="{FF2B5EF4-FFF2-40B4-BE49-F238E27FC236}">
                <a16:creationId xmlns:a16="http://schemas.microsoft.com/office/drawing/2014/main" id="{773AE7A3-7D4A-EB24-6B7B-9789C556AABF}"/>
              </a:ext>
            </a:extLst>
          </p:cNvPr>
          <p:cNvSpPr/>
          <p:nvPr/>
        </p:nvSpPr>
        <p:spPr>
          <a:xfrm>
            <a:off x="640080" y="1234440"/>
            <a:ext cx="3530379" cy="1005840"/>
          </a:xfrm>
          <a:prstGeom prst="roundRect">
            <a:avLst>
              <a:gd name="adj" fmla="val 5455"/>
            </a:avLst>
          </a:prstGeom>
          <a:solidFill>
            <a:schemeClr val="bg2">
              <a:lumMod val="75000"/>
            </a:schemeClr>
          </a:solidFill>
          <a:ln w="9525">
            <a:solidFill>
              <a:srgbClr val="DDE6EA"/>
            </a:solidFill>
            <a:prstDash val="solid"/>
          </a:ln>
        </p:spPr>
        <p:txBody>
          <a:bodyPr/>
          <a:lstStyle/>
          <a:p>
            <a:endParaRPr lang="en-US"/>
          </a:p>
        </p:txBody>
      </p:sp>
      <p:sp>
        <p:nvSpPr>
          <p:cNvPr id="31" name="Shape 3">
            <a:extLst>
              <a:ext uri="{FF2B5EF4-FFF2-40B4-BE49-F238E27FC236}">
                <a16:creationId xmlns:a16="http://schemas.microsoft.com/office/drawing/2014/main" id="{CEE9765B-3BB9-11DA-B507-1BA45FE439A1}"/>
              </a:ext>
            </a:extLst>
          </p:cNvPr>
          <p:cNvSpPr/>
          <p:nvPr/>
        </p:nvSpPr>
        <p:spPr>
          <a:xfrm>
            <a:off x="720000" y="1310333"/>
            <a:ext cx="457200" cy="457200"/>
          </a:xfrm>
          <a:prstGeom prst="ellipse">
            <a:avLst/>
          </a:prstGeom>
          <a:solidFill>
            <a:srgbClr val="092F53"/>
          </a:solidFill>
          <a:ln/>
        </p:spPr>
        <p:txBody>
          <a:bodyPr/>
          <a:lstStyle/>
          <a:p>
            <a:endParaRPr lang="en-US"/>
          </a:p>
        </p:txBody>
      </p:sp>
      <p:sp>
        <p:nvSpPr>
          <p:cNvPr id="35" name="Text 4">
            <a:extLst>
              <a:ext uri="{FF2B5EF4-FFF2-40B4-BE49-F238E27FC236}">
                <a16:creationId xmlns:a16="http://schemas.microsoft.com/office/drawing/2014/main" id="{C507A00F-A6EE-BC36-C61B-66E42742A808}"/>
              </a:ext>
            </a:extLst>
          </p:cNvPr>
          <p:cNvSpPr/>
          <p:nvPr/>
        </p:nvSpPr>
        <p:spPr>
          <a:xfrm>
            <a:off x="754381" y="1394460"/>
            <a:ext cx="457200" cy="274320"/>
          </a:xfrm>
          <a:prstGeom prst="rect">
            <a:avLst/>
          </a:prstGeom>
          <a:noFill/>
          <a:ln/>
        </p:spPr>
        <p:txBody>
          <a:bodyPr wrap="square" rtlCol="0" anchor="ctr"/>
          <a:lstStyle/>
          <a:p>
            <a:pPr marL="0" indent="0">
              <a:buNone/>
            </a:pPr>
            <a:r>
              <a:rPr lang="en-US" sz="1200" b="1" dirty="0">
                <a:solidFill>
                  <a:schemeClr val="bg2"/>
                </a:solidFill>
                <a:latin typeface="Cambria" pitchFamily="34" charset="0"/>
                <a:ea typeface="Cambria" pitchFamily="34" charset="-122"/>
                <a:cs typeface="Cambria" pitchFamily="34" charset="-120"/>
              </a:rPr>
              <a:t>01</a:t>
            </a:r>
            <a:endParaRPr lang="en-US" sz="1200" dirty="0">
              <a:solidFill>
                <a:schemeClr val="bg2"/>
              </a:solidFill>
            </a:endParaRPr>
          </a:p>
        </p:txBody>
      </p:sp>
      <p:sp>
        <p:nvSpPr>
          <p:cNvPr id="37" name="Text 5">
            <a:extLst>
              <a:ext uri="{FF2B5EF4-FFF2-40B4-BE49-F238E27FC236}">
                <a16:creationId xmlns:a16="http://schemas.microsoft.com/office/drawing/2014/main" id="{8C9C31FD-F542-C4BF-8655-BC568650EACA}"/>
              </a:ext>
            </a:extLst>
          </p:cNvPr>
          <p:cNvSpPr/>
          <p:nvPr/>
        </p:nvSpPr>
        <p:spPr>
          <a:xfrm>
            <a:off x="1162354" y="1368626"/>
            <a:ext cx="3108960" cy="320040"/>
          </a:xfrm>
          <a:prstGeom prst="rect">
            <a:avLst/>
          </a:prstGeom>
          <a:noFill/>
          <a:ln/>
        </p:spPr>
        <p:txBody>
          <a:bodyPr wrap="square" rtlCol="0" anchor="ctr"/>
          <a:lstStyle/>
          <a:p>
            <a:pPr marL="0" indent="0">
              <a:buNone/>
            </a:pPr>
            <a:r>
              <a:rPr lang="en-US" sz="1350" b="1" dirty="0">
                <a:solidFill>
                  <a:srgbClr val="092F53"/>
                </a:solidFill>
                <a:latin typeface="Cambria" pitchFamily="34" charset="0"/>
                <a:ea typeface="Cambria" pitchFamily="34" charset="-122"/>
              </a:rPr>
              <a:t>Introduction</a:t>
            </a:r>
            <a:endParaRPr lang="en-US" sz="1350" dirty="0"/>
          </a:p>
        </p:txBody>
      </p:sp>
      <p:sp>
        <p:nvSpPr>
          <p:cNvPr id="39" name="Text 6">
            <a:extLst>
              <a:ext uri="{FF2B5EF4-FFF2-40B4-BE49-F238E27FC236}">
                <a16:creationId xmlns:a16="http://schemas.microsoft.com/office/drawing/2014/main" id="{EA6554DB-99EB-E196-1A3C-E733D71D23A7}"/>
              </a:ext>
            </a:extLst>
          </p:cNvPr>
          <p:cNvSpPr/>
          <p:nvPr/>
        </p:nvSpPr>
        <p:spPr>
          <a:xfrm>
            <a:off x="1162354" y="1591966"/>
            <a:ext cx="2920696" cy="502920"/>
          </a:xfrm>
          <a:prstGeom prst="rect">
            <a:avLst/>
          </a:prstGeom>
          <a:noFill/>
          <a:ln/>
        </p:spPr>
        <p:txBody>
          <a:bodyPr wrap="square" rtlCol="0" anchor="ctr"/>
          <a:lstStyle/>
          <a:p>
            <a:pPr marL="0" indent="0">
              <a:lnSpc>
                <a:spcPct val="110000"/>
              </a:lnSpc>
              <a:buNone/>
            </a:pPr>
            <a:r>
              <a:rPr lang="en-US" sz="900" dirty="0">
                <a:solidFill>
                  <a:srgbClr val="5B6B77"/>
                </a:solidFill>
                <a:latin typeface="Arial" pitchFamily="34" charset="0"/>
                <a:ea typeface="Arial" pitchFamily="34" charset="-122"/>
                <a:cs typeface="Arial" pitchFamily="34" charset="-120"/>
              </a:rPr>
              <a:t>A brief introduction to Agentic AI, and its applications in Cyber Security</a:t>
            </a:r>
            <a:endParaRPr lang="en-US" sz="900" dirty="0"/>
          </a:p>
        </p:txBody>
      </p:sp>
      <p:sp>
        <p:nvSpPr>
          <p:cNvPr id="41" name="Shape 7">
            <a:extLst>
              <a:ext uri="{FF2B5EF4-FFF2-40B4-BE49-F238E27FC236}">
                <a16:creationId xmlns:a16="http://schemas.microsoft.com/office/drawing/2014/main" id="{7165EE6A-A80C-C715-A54D-883054AB02EE}"/>
              </a:ext>
            </a:extLst>
          </p:cNvPr>
          <p:cNvSpPr/>
          <p:nvPr/>
        </p:nvSpPr>
        <p:spPr>
          <a:xfrm>
            <a:off x="4571999" y="1192100"/>
            <a:ext cx="3530379" cy="1005840"/>
          </a:xfrm>
          <a:prstGeom prst="roundRect">
            <a:avLst>
              <a:gd name="adj" fmla="val 5455"/>
            </a:avLst>
          </a:prstGeom>
          <a:solidFill>
            <a:schemeClr val="bg2">
              <a:lumMod val="75000"/>
            </a:schemeClr>
          </a:solidFill>
          <a:ln w="9525">
            <a:solidFill>
              <a:srgbClr val="DDE6EA"/>
            </a:solidFill>
            <a:prstDash val="solid"/>
          </a:ln>
        </p:spPr>
        <p:txBody>
          <a:bodyPr/>
          <a:lstStyle/>
          <a:p>
            <a:endParaRPr lang="en-US" dirty="0"/>
          </a:p>
        </p:txBody>
      </p:sp>
      <p:sp>
        <p:nvSpPr>
          <p:cNvPr id="43" name="Shape 8">
            <a:extLst>
              <a:ext uri="{FF2B5EF4-FFF2-40B4-BE49-F238E27FC236}">
                <a16:creationId xmlns:a16="http://schemas.microsoft.com/office/drawing/2014/main" id="{C08ACF40-2E4A-6C52-8705-5F68354CD28B}"/>
              </a:ext>
            </a:extLst>
          </p:cNvPr>
          <p:cNvSpPr/>
          <p:nvPr/>
        </p:nvSpPr>
        <p:spPr>
          <a:xfrm>
            <a:off x="4650343" y="1293876"/>
            <a:ext cx="457200" cy="457200"/>
          </a:xfrm>
          <a:prstGeom prst="ellipse">
            <a:avLst/>
          </a:prstGeom>
          <a:solidFill>
            <a:srgbClr val="092F53"/>
          </a:solidFill>
          <a:ln/>
        </p:spPr>
        <p:txBody>
          <a:bodyPr/>
          <a:lstStyle/>
          <a:p>
            <a:endParaRPr lang="en-US"/>
          </a:p>
        </p:txBody>
      </p:sp>
      <p:sp>
        <p:nvSpPr>
          <p:cNvPr id="47" name="Text 9">
            <a:extLst>
              <a:ext uri="{FF2B5EF4-FFF2-40B4-BE49-F238E27FC236}">
                <a16:creationId xmlns:a16="http://schemas.microsoft.com/office/drawing/2014/main" id="{88ADE9F9-F2BD-245A-E364-B82F4E468DC1}"/>
              </a:ext>
            </a:extLst>
          </p:cNvPr>
          <p:cNvSpPr/>
          <p:nvPr/>
        </p:nvSpPr>
        <p:spPr>
          <a:xfrm>
            <a:off x="4696459" y="1385316"/>
            <a:ext cx="457200" cy="274320"/>
          </a:xfrm>
          <a:prstGeom prst="rect">
            <a:avLst/>
          </a:prstGeom>
          <a:noFill/>
          <a:ln/>
        </p:spPr>
        <p:txBody>
          <a:bodyPr wrap="square" rtlCol="0" anchor="ctr"/>
          <a:lstStyle/>
          <a:p>
            <a:pPr marL="0" indent="0">
              <a:buNone/>
            </a:pPr>
            <a:r>
              <a:rPr lang="en-US" sz="1200" b="1" dirty="0">
                <a:solidFill>
                  <a:schemeClr val="bg2"/>
                </a:solidFill>
                <a:latin typeface="Cambria" pitchFamily="34" charset="0"/>
                <a:ea typeface="Cambria" pitchFamily="34" charset="-122"/>
                <a:cs typeface="Cambria" pitchFamily="34" charset="-120"/>
              </a:rPr>
              <a:t>02</a:t>
            </a:r>
            <a:endParaRPr lang="en-US" sz="1200" dirty="0">
              <a:solidFill>
                <a:schemeClr val="bg2"/>
              </a:solidFill>
            </a:endParaRPr>
          </a:p>
        </p:txBody>
      </p:sp>
      <p:sp>
        <p:nvSpPr>
          <p:cNvPr id="49" name="Text 10">
            <a:extLst>
              <a:ext uri="{FF2B5EF4-FFF2-40B4-BE49-F238E27FC236}">
                <a16:creationId xmlns:a16="http://schemas.microsoft.com/office/drawing/2014/main" id="{8B24E4AE-1E77-79D2-78F3-9D924C7D971B}"/>
              </a:ext>
            </a:extLst>
          </p:cNvPr>
          <p:cNvSpPr/>
          <p:nvPr/>
        </p:nvSpPr>
        <p:spPr>
          <a:xfrm>
            <a:off x="5107543" y="1355697"/>
            <a:ext cx="3108960" cy="320040"/>
          </a:xfrm>
          <a:prstGeom prst="rect">
            <a:avLst/>
          </a:prstGeom>
          <a:noFill/>
          <a:ln/>
        </p:spPr>
        <p:txBody>
          <a:bodyPr wrap="square" rtlCol="0" anchor="ctr"/>
          <a:lstStyle/>
          <a:p>
            <a:pPr marL="0" indent="0">
              <a:buNone/>
            </a:pPr>
            <a:r>
              <a:rPr lang="en-US" sz="1350" b="1" dirty="0">
                <a:solidFill>
                  <a:srgbClr val="092F53"/>
                </a:solidFill>
                <a:latin typeface="Cambria" pitchFamily="34" charset="0"/>
                <a:ea typeface="Cambria" pitchFamily="34" charset="-122"/>
                <a:cs typeface="Cambria" pitchFamily="34" charset="-120"/>
              </a:rPr>
              <a:t>Evolution of AI</a:t>
            </a:r>
            <a:endParaRPr lang="en-US" sz="1350" dirty="0"/>
          </a:p>
        </p:txBody>
      </p:sp>
      <p:sp>
        <p:nvSpPr>
          <p:cNvPr id="51" name="Text 11">
            <a:extLst>
              <a:ext uri="{FF2B5EF4-FFF2-40B4-BE49-F238E27FC236}">
                <a16:creationId xmlns:a16="http://schemas.microsoft.com/office/drawing/2014/main" id="{AFECF0B9-6A13-D449-B369-0AA70D92CD52}"/>
              </a:ext>
            </a:extLst>
          </p:cNvPr>
          <p:cNvSpPr/>
          <p:nvPr/>
        </p:nvSpPr>
        <p:spPr>
          <a:xfrm>
            <a:off x="5132435" y="1591056"/>
            <a:ext cx="2849211" cy="502920"/>
          </a:xfrm>
          <a:prstGeom prst="rect">
            <a:avLst/>
          </a:prstGeom>
          <a:noFill/>
          <a:ln/>
        </p:spPr>
        <p:txBody>
          <a:bodyPr wrap="square" rtlCol="0" anchor="ctr"/>
          <a:lstStyle/>
          <a:p>
            <a:pPr marL="0" indent="0">
              <a:lnSpc>
                <a:spcPct val="110000"/>
              </a:lnSpc>
              <a:buNone/>
            </a:pPr>
            <a:r>
              <a:rPr lang="en-US" sz="900" dirty="0">
                <a:solidFill>
                  <a:srgbClr val="5B6B77"/>
                </a:solidFill>
                <a:latin typeface="Arial" pitchFamily="34" charset="0"/>
                <a:ea typeface="Arial" pitchFamily="34" charset="-122"/>
                <a:cs typeface="Arial" pitchFamily="34" charset="-120"/>
              </a:rPr>
              <a:t>How has Artificial Intelligence evolved to what is it today?</a:t>
            </a:r>
            <a:endParaRPr lang="en-US" sz="900" dirty="0"/>
          </a:p>
        </p:txBody>
      </p:sp>
      <p:sp>
        <p:nvSpPr>
          <p:cNvPr id="53" name="Shape 12">
            <a:extLst>
              <a:ext uri="{FF2B5EF4-FFF2-40B4-BE49-F238E27FC236}">
                <a16:creationId xmlns:a16="http://schemas.microsoft.com/office/drawing/2014/main" id="{2FB5F89D-8430-A93A-7292-BE6135629D20}"/>
              </a:ext>
            </a:extLst>
          </p:cNvPr>
          <p:cNvSpPr/>
          <p:nvPr/>
        </p:nvSpPr>
        <p:spPr>
          <a:xfrm>
            <a:off x="640080" y="2404872"/>
            <a:ext cx="3530379" cy="1005840"/>
          </a:xfrm>
          <a:prstGeom prst="roundRect">
            <a:avLst>
              <a:gd name="adj" fmla="val 5455"/>
            </a:avLst>
          </a:prstGeom>
          <a:solidFill>
            <a:schemeClr val="bg2">
              <a:lumMod val="75000"/>
            </a:schemeClr>
          </a:solidFill>
          <a:ln w="9525">
            <a:solidFill>
              <a:srgbClr val="DDE6EA"/>
            </a:solidFill>
            <a:prstDash val="solid"/>
          </a:ln>
        </p:spPr>
        <p:txBody>
          <a:bodyPr/>
          <a:lstStyle/>
          <a:p>
            <a:endParaRPr lang="en-US" dirty="0"/>
          </a:p>
        </p:txBody>
      </p:sp>
      <p:sp>
        <p:nvSpPr>
          <p:cNvPr id="55" name="Shape 13">
            <a:extLst>
              <a:ext uri="{FF2B5EF4-FFF2-40B4-BE49-F238E27FC236}">
                <a16:creationId xmlns:a16="http://schemas.microsoft.com/office/drawing/2014/main" id="{3EDA759E-E290-B772-EB58-A64F58980453}"/>
              </a:ext>
            </a:extLst>
          </p:cNvPr>
          <p:cNvSpPr/>
          <p:nvPr/>
        </p:nvSpPr>
        <p:spPr>
          <a:xfrm>
            <a:off x="726551" y="2466495"/>
            <a:ext cx="457200" cy="457200"/>
          </a:xfrm>
          <a:prstGeom prst="ellipse">
            <a:avLst/>
          </a:prstGeom>
          <a:solidFill>
            <a:srgbClr val="092F53"/>
          </a:solidFill>
          <a:ln/>
        </p:spPr>
        <p:txBody>
          <a:bodyPr/>
          <a:lstStyle/>
          <a:p>
            <a:endParaRPr lang="en-US"/>
          </a:p>
        </p:txBody>
      </p:sp>
      <p:sp>
        <p:nvSpPr>
          <p:cNvPr id="59" name="Text 14">
            <a:extLst>
              <a:ext uri="{FF2B5EF4-FFF2-40B4-BE49-F238E27FC236}">
                <a16:creationId xmlns:a16="http://schemas.microsoft.com/office/drawing/2014/main" id="{A637B1A2-40F4-48C1-F2CA-B71C8BA6D341}"/>
              </a:ext>
            </a:extLst>
          </p:cNvPr>
          <p:cNvSpPr/>
          <p:nvPr/>
        </p:nvSpPr>
        <p:spPr>
          <a:xfrm>
            <a:off x="773950" y="2555748"/>
            <a:ext cx="457200" cy="274320"/>
          </a:xfrm>
          <a:prstGeom prst="rect">
            <a:avLst/>
          </a:prstGeom>
          <a:noFill/>
          <a:ln/>
        </p:spPr>
        <p:txBody>
          <a:bodyPr wrap="square" rtlCol="0" anchor="ctr"/>
          <a:lstStyle/>
          <a:p>
            <a:pPr marL="0" indent="0">
              <a:buNone/>
            </a:pPr>
            <a:r>
              <a:rPr lang="en-US" sz="1200" b="1" dirty="0">
                <a:solidFill>
                  <a:schemeClr val="bg2"/>
                </a:solidFill>
                <a:latin typeface="Cambria" pitchFamily="34" charset="0"/>
                <a:ea typeface="Cambria" pitchFamily="34" charset="-122"/>
                <a:cs typeface="Cambria" pitchFamily="34" charset="-120"/>
              </a:rPr>
              <a:t>03</a:t>
            </a:r>
            <a:endParaRPr lang="en-US" sz="1200" dirty="0">
              <a:solidFill>
                <a:schemeClr val="bg2"/>
              </a:solidFill>
            </a:endParaRPr>
          </a:p>
        </p:txBody>
      </p:sp>
      <p:sp>
        <p:nvSpPr>
          <p:cNvPr id="61" name="Text 15">
            <a:extLst>
              <a:ext uri="{FF2B5EF4-FFF2-40B4-BE49-F238E27FC236}">
                <a16:creationId xmlns:a16="http://schemas.microsoft.com/office/drawing/2014/main" id="{C3202F75-1580-38C8-4B6E-22D1876176B3}"/>
              </a:ext>
            </a:extLst>
          </p:cNvPr>
          <p:cNvSpPr/>
          <p:nvPr/>
        </p:nvSpPr>
        <p:spPr>
          <a:xfrm>
            <a:off x="1176196" y="2532888"/>
            <a:ext cx="3040379" cy="320040"/>
          </a:xfrm>
          <a:prstGeom prst="rect">
            <a:avLst/>
          </a:prstGeom>
          <a:noFill/>
          <a:ln/>
        </p:spPr>
        <p:txBody>
          <a:bodyPr wrap="square" rtlCol="0" anchor="ctr"/>
          <a:lstStyle/>
          <a:p>
            <a:pPr marL="0" indent="0">
              <a:buNone/>
            </a:pPr>
            <a:r>
              <a:rPr lang="en-US" sz="1350" b="1" dirty="0">
                <a:solidFill>
                  <a:srgbClr val="092F53"/>
                </a:solidFill>
                <a:latin typeface="Cambria" pitchFamily="34" charset="0"/>
                <a:ea typeface="Cambria" pitchFamily="34" charset="-122"/>
                <a:cs typeface="Cambria" pitchFamily="34" charset="-120"/>
              </a:rPr>
              <a:t>Current Trends in the industry</a:t>
            </a:r>
            <a:endParaRPr lang="en-US" sz="1350" dirty="0"/>
          </a:p>
        </p:txBody>
      </p:sp>
      <p:sp>
        <p:nvSpPr>
          <p:cNvPr id="63" name="Text 16">
            <a:extLst>
              <a:ext uri="{FF2B5EF4-FFF2-40B4-BE49-F238E27FC236}">
                <a16:creationId xmlns:a16="http://schemas.microsoft.com/office/drawing/2014/main" id="{F2B973B7-E2A9-1D42-7E6B-F67917C56F55}"/>
              </a:ext>
            </a:extLst>
          </p:cNvPr>
          <p:cNvSpPr/>
          <p:nvPr/>
        </p:nvSpPr>
        <p:spPr>
          <a:xfrm>
            <a:off x="1177200" y="2768600"/>
            <a:ext cx="2718550" cy="502920"/>
          </a:xfrm>
          <a:prstGeom prst="rect">
            <a:avLst/>
          </a:prstGeom>
          <a:noFill/>
          <a:ln/>
        </p:spPr>
        <p:txBody>
          <a:bodyPr wrap="square" rtlCol="0" anchor="ctr"/>
          <a:lstStyle/>
          <a:p>
            <a:pPr marL="0" indent="0">
              <a:lnSpc>
                <a:spcPct val="110000"/>
              </a:lnSpc>
              <a:buNone/>
            </a:pPr>
            <a:r>
              <a:rPr lang="en-US" sz="900" dirty="0">
                <a:solidFill>
                  <a:srgbClr val="5B6B77"/>
                </a:solidFill>
                <a:latin typeface="Arial" pitchFamily="34" charset="0"/>
                <a:ea typeface="Arial" pitchFamily="34" charset="-122"/>
                <a:cs typeface="Arial" pitchFamily="34" charset="-120"/>
              </a:rPr>
              <a:t>What are the different technologies and areas that are emerging in the industry?</a:t>
            </a:r>
            <a:endParaRPr lang="en-US" sz="900" dirty="0"/>
          </a:p>
        </p:txBody>
      </p:sp>
      <p:sp>
        <p:nvSpPr>
          <p:cNvPr id="321" name="Shape 17">
            <a:extLst>
              <a:ext uri="{FF2B5EF4-FFF2-40B4-BE49-F238E27FC236}">
                <a16:creationId xmlns:a16="http://schemas.microsoft.com/office/drawing/2014/main" id="{8EC8C591-D13D-43A2-1B87-48DD5C21898A}"/>
              </a:ext>
            </a:extLst>
          </p:cNvPr>
          <p:cNvSpPr/>
          <p:nvPr/>
        </p:nvSpPr>
        <p:spPr>
          <a:xfrm>
            <a:off x="4572000" y="2375055"/>
            <a:ext cx="3530379" cy="1005840"/>
          </a:xfrm>
          <a:prstGeom prst="roundRect">
            <a:avLst>
              <a:gd name="adj" fmla="val 5455"/>
            </a:avLst>
          </a:prstGeom>
          <a:solidFill>
            <a:schemeClr val="bg2">
              <a:lumMod val="75000"/>
            </a:schemeClr>
          </a:solidFill>
          <a:ln w="9525">
            <a:solidFill>
              <a:srgbClr val="DDE6EA"/>
            </a:solidFill>
            <a:prstDash val="solid"/>
          </a:ln>
        </p:spPr>
        <p:txBody>
          <a:bodyPr/>
          <a:lstStyle/>
          <a:p>
            <a:endParaRPr lang="en-US"/>
          </a:p>
        </p:txBody>
      </p:sp>
      <p:sp>
        <p:nvSpPr>
          <p:cNvPr id="323" name="Shape 18">
            <a:extLst>
              <a:ext uri="{FF2B5EF4-FFF2-40B4-BE49-F238E27FC236}">
                <a16:creationId xmlns:a16="http://schemas.microsoft.com/office/drawing/2014/main" id="{185FDC88-3ECF-4D8E-965E-E0B8E884E71E}"/>
              </a:ext>
            </a:extLst>
          </p:cNvPr>
          <p:cNvSpPr/>
          <p:nvPr/>
        </p:nvSpPr>
        <p:spPr>
          <a:xfrm>
            <a:off x="4650343" y="2466495"/>
            <a:ext cx="457200" cy="457200"/>
          </a:xfrm>
          <a:prstGeom prst="ellipse">
            <a:avLst/>
          </a:prstGeom>
          <a:solidFill>
            <a:srgbClr val="092F53"/>
          </a:solidFill>
          <a:ln/>
        </p:spPr>
        <p:txBody>
          <a:bodyPr/>
          <a:lstStyle/>
          <a:p>
            <a:pPr marL="0" indent="0">
              <a:buNone/>
            </a:pPr>
            <a:endParaRPr lang="en-US" dirty="0">
              <a:solidFill>
                <a:schemeClr val="bg2"/>
              </a:solidFill>
            </a:endParaRPr>
          </a:p>
        </p:txBody>
      </p:sp>
      <p:sp>
        <p:nvSpPr>
          <p:cNvPr id="327" name="Text 19">
            <a:extLst>
              <a:ext uri="{FF2B5EF4-FFF2-40B4-BE49-F238E27FC236}">
                <a16:creationId xmlns:a16="http://schemas.microsoft.com/office/drawing/2014/main" id="{FAA5E1F1-4E91-B2B1-06DF-820120895467}"/>
              </a:ext>
            </a:extLst>
          </p:cNvPr>
          <p:cNvSpPr/>
          <p:nvPr/>
        </p:nvSpPr>
        <p:spPr>
          <a:xfrm>
            <a:off x="4777342" y="2649375"/>
            <a:ext cx="457200" cy="274320"/>
          </a:xfrm>
          <a:prstGeom prst="rect">
            <a:avLst/>
          </a:prstGeom>
          <a:noFill/>
          <a:ln/>
        </p:spPr>
        <p:txBody>
          <a:bodyPr wrap="square" rtlCol="0" anchor="ctr"/>
          <a:lstStyle/>
          <a:p>
            <a:pPr marL="0" indent="0">
              <a:buNone/>
            </a:pPr>
            <a:endParaRPr lang="en-US" sz="1200" dirty="0">
              <a:solidFill>
                <a:schemeClr val="bg2"/>
              </a:solidFill>
            </a:endParaRPr>
          </a:p>
        </p:txBody>
      </p:sp>
      <p:sp>
        <p:nvSpPr>
          <p:cNvPr id="329" name="Text 20">
            <a:extLst>
              <a:ext uri="{FF2B5EF4-FFF2-40B4-BE49-F238E27FC236}">
                <a16:creationId xmlns:a16="http://schemas.microsoft.com/office/drawing/2014/main" id="{BA687962-371E-8BC8-C3E4-E08BC2AC8D77}"/>
              </a:ext>
            </a:extLst>
          </p:cNvPr>
          <p:cNvSpPr/>
          <p:nvPr/>
        </p:nvSpPr>
        <p:spPr>
          <a:xfrm>
            <a:off x="5153659" y="2507643"/>
            <a:ext cx="3108960" cy="320040"/>
          </a:xfrm>
          <a:prstGeom prst="rect">
            <a:avLst/>
          </a:prstGeom>
          <a:noFill/>
          <a:ln/>
        </p:spPr>
        <p:txBody>
          <a:bodyPr wrap="square" rtlCol="0" anchor="ctr"/>
          <a:lstStyle/>
          <a:p>
            <a:pPr marL="0" indent="0">
              <a:buNone/>
            </a:pPr>
            <a:r>
              <a:rPr lang="en-US" sz="1350" b="1" dirty="0">
                <a:solidFill>
                  <a:srgbClr val="092F53"/>
                </a:solidFill>
                <a:latin typeface="Cambria" pitchFamily="34" charset="0"/>
                <a:ea typeface="Cambria" pitchFamily="34" charset="-122"/>
                <a:cs typeface="Cambria" pitchFamily="34" charset="-120"/>
              </a:rPr>
              <a:t>Agentic AI</a:t>
            </a:r>
            <a:endParaRPr lang="en-US" sz="1350" dirty="0"/>
          </a:p>
        </p:txBody>
      </p:sp>
      <p:sp>
        <p:nvSpPr>
          <p:cNvPr id="331" name="Text 21">
            <a:extLst>
              <a:ext uri="{FF2B5EF4-FFF2-40B4-BE49-F238E27FC236}">
                <a16:creationId xmlns:a16="http://schemas.microsoft.com/office/drawing/2014/main" id="{43298011-DDA6-0D21-C288-55849A5017CE}"/>
              </a:ext>
            </a:extLst>
          </p:cNvPr>
          <p:cNvSpPr/>
          <p:nvPr/>
        </p:nvSpPr>
        <p:spPr>
          <a:xfrm>
            <a:off x="5171947" y="2745994"/>
            <a:ext cx="2816353" cy="502920"/>
          </a:xfrm>
          <a:prstGeom prst="rect">
            <a:avLst/>
          </a:prstGeom>
          <a:noFill/>
          <a:ln/>
        </p:spPr>
        <p:txBody>
          <a:bodyPr wrap="square" rtlCol="0" anchor="ctr"/>
          <a:lstStyle/>
          <a:p>
            <a:pPr marL="0" indent="0">
              <a:lnSpc>
                <a:spcPct val="110000"/>
              </a:lnSpc>
              <a:buNone/>
            </a:pPr>
            <a:r>
              <a:rPr lang="en-US" sz="900" dirty="0">
                <a:solidFill>
                  <a:srgbClr val="5B6B77"/>
                </a:solidFill>
                <a:latin typeface="Arial" pitchFamily="34" charset="0"/>
                <a:ea typeface="Arial" pitchFamily="34" charset="-122"/>
                <a:cs typeface="Arial" pitchFamily="34" charset="-120"/>
              </a:rPr>
              <a:t>What is the difference in an agent and an LLM, and what are agentic workflows?</a:t>
            </a:r>
            <a:endParaRPr lang="en-US" sz="900" dirty="0"/>
          </a:p>
        </p:txBody>
      </p:sp>
      <p:sp>
        <p:nvSpPr>
          <p:cNvPr id="333" name="Shape 22">
            <a:extLst>
              <a:ext uri="{FF2B5EF4-FFF2-40B4-BE49-F238E27FC236}">
                <a16:creationId xmlns:a16="http://schemas.microsoft.com/office/drawing/2014/main" id="{B97FC788-D6D1-CABF-742F-9D618BE552AA}"/>
              </a:ext>
            </a:extLst>
          </p:cNvPr>
          <p:cNvSpPr/>
          <p:nvPr/>
        </p:nvSpPr>
        <p:spPr>
          <a:xfrm>
            <a:off x="640080" y="3575304"/>
            <a:ext cx="3530379" cy="1005840"/>
          </a:xfrm>
          <a:prstGeom prst="roundRect">
            <a:avLst>
              <a:gd name="adj" fmla="val 5455"/>
            </a:avLst>
          </a:prstGeom>
          <a:solidFill>
            <a:schemeClr val="bg2">
              <a:lumMod val="75000"/>
            </a:schemeClr>
          </a:solidFill>
          <a:ln w="9525">
            <a:solidFill>
              <a:srgbClr val="DDE6EA"/>
            </a:solidFill>
            <a:prstDash val="solid"/>
          </a:ln>
        </p:spPr>
        <p:txBody>
          <a:bodyPr/>
          <a:lstStyle/>
          <a:p>
            <a:endParaRPr lang="en-US"/>
          </a:p>
        </p:txBody>
      </p:sp>
      <p:sp>
        <p:nvSpPr>
          <p:cNvPr id="335" name="Shape 23">
            <a:extLst>
              <a:ext uri="{FF2B5EF4-FFF2-40B4-BE49-F238E27FC236}">
                <a16:creationId xmlns:a16="http://schemas.microsoft.com/office/drawing/2014/main" id="{165F6652-73D7-A2E1-A899-D514CABA9860}"/>
              </a:ext>
            </a:extLst>
          </p:cNvPr>
          <p:cNvSpPr/>
          <p:nvPr/>
        </p:nvSpPr>
        <p:spPr>
          <a:xfrm>
            <a:off x="676402" y="3634740"/>
            <a:ext cx="457200" cy="457200"/>
          </a:xfrm>
          <a:prstGeom prst="ellipse">
            <a:avLst/>
          </a:prstGeom>
          <a:solidFill>
            <a:srgbClr val="092F53"/>
          </a:solidFill>
          <a:ln/>
        </p:spPr>
        <p:txBody>
          <a:bodyPr/>
          <a:lstStyle/>
          <a:p>
            <a:endParaRPr lang="en-US"/>
          </a:p>
        </p:txBody>
      </p:sp>
      <p:sp>
        <p:nvSpPr>
          <p:cNvPr id="339" name="Text 24">
            <a:extLst>
              <a:ext uri="{FF2B5EF4-FFF2-40B4-BE49-F238E27FC236}">
                <a16:creationId xmlns:a16="http://schemas.microsoft.com/office/drawing/2014/main" id="{414856C3-B191-2B3B-B7D5-F654A3D0A26B}"/>
              </a:ext>
            </a:extLst>
          </p:cNvPr>
          <p:cNvSpPr/>
          <p:nvPr/>
        </p:nvSpPr>
        <p:spPr>
          <a:xfrm>
            <a:off x="720000" y="3726180"/>
            <a:ext cx="457200" cy="274320"/>
          </a:xfrm>
          <a:prstGeom prst="rect">
            <a:avLst/>
          </a:prstGeom>
          <a:noFill/>
          <a:ln/>
        </p:spPr>
        <p:txBody>
          <a:bodyPr wrap="square" rtlCol="0" anchor="ctr"/>
          <a:lstStyle/>
          <a:p>
            <a:pPr marL="0" indent="0">
              <a:buNone/>
            </a:pPr>
            <a:r>
              <a:rPr lang="en-US" sz="1200" b="1" dirty="0">
                <a:solidFill>
                  <a:schemeClr val="bg2"/>
                </a:solidFill>
                <a:latin typeface="Cambria" pitchFamily="34" charset="0"/>
                <a:ea typeface="Cambria" pitchFamily="34" charset="-122"/>
                <a:cs typeface="Cambria" pitchFamily="34" charset="-120"/>
              </a:rPr>
              <a:t>05</a:t>
            </a:r>
            <a:endParaRPr lang="en-US" sz="1200" dirty="0">
              <a:solidFill>
                <a:schemeClr val="bg2"/>
              </a:solidFill>
            </a:endParaRPr>
          </a:p>
        </p:txBody>
      </p:sp>
      <p:sp>
        <p:nvSpPr>
          <p:cNvPr id="341" name="Text 25">
            <a:extLst>
              <a:ext uri="{FF2B5EF4-FFF2-40B4-BE49-F238E27FC236}">
                <a16:creationId xmlns:a16="http://schemas.microsoft.com/office/drawing/2014/main" id="{CC5E6735-7E14-B5BE-8C8E-F660BAF899C9}"/>
              </a:ext>
            </a:extLst>
          </p:cNvPr>
          <p:cNvSpPr/>
          <p:nvPr/>
        </p:nvSpPr>
        <p:spPr>
          <a:xfrm>
            <a:off x="1143000" y="3703320"/>
            <a:ext cx="3108960" cy="320040"/>
          </a:xfrm>
          <a:prstGeom prst="rect">
            <a:avLst/>
          </a:prstGeom>
          <a:noFill/>
          <a:ln/>
        </p:spPr>
        <p:txBody>
          <a:bodyPr wrap="square" rtlCol="0" anchor="ctr"/>
          <a:lstStyle/>
          <a:p>
            <a:pPr marL="0" indent="0">
              <a:buNone/>
            </a:pPr>
            <a:r>
              <a:rPr lang="en-US" sz="1350" b="1" dirty="0">
                <a:solidFill>
                  <a:srgbClr val="092F53"/>
                </a:solidFill>
                <a:latin typeface="Cambria" pitchFamily="34" charset="0"/>
                <a:ea typeface="Cambria" pitchFamily="34" charset="-122"/>
                <a:cs typeface="Cambria" pitchFamily="34" charset="-120"/>
              </a:rPr>
              <a:t>Agentic AI in the Industry</a:t>
            </a:r>
            <a:endParaRPr lang="en-US" sz="1350" dirty="0"/>
          </a:p>
        </p:txBody>
      </p:sp>
      <p:sp>
        <p:nvSpPr>
          <p:cNvPr id="343" name="Text 26">
            <a:extLst>
              <a:ext uri="{FF2B5EF4-FFF2-40B4-BE49-F238E27FC236}">
                <a16:creationId xmlns:a16="http://schemas.microsoft.com/office/drawing/2014/main" id="{000CF8B8-00BA-C01A-95DE-BDC76FBE6438}"/>
              </a:ext>
            </a:extLst>
          </p:cNvPr>
          <p:cNvSpPr/>
          <p:nvPr/>
        </p:nvSpPr>
        <p:spPr>
          <a:xfrm>
            <a:off x="1143000" y="3936492"/>
            <a:ext cx="2765949" cy="502920"/>
          </a:xfrm>
          <a:prstGeom prst="rect">
            <a:avLst/>
          </a:prstGeom>
          <a:noFill/>
          <a:ln/>
        </p:spPr>
        <p:txBody>
          <a:bodyPr wrap="square" rtlCol="0" anchor="ctr"/>
          <a:lstStyle/>
          <a:p>
            <a:pPr marL="0" indent="0" algn="just">
              <a:lnSpc>
                <a:spcPct val="110000"/>
              </a:lnSpc>
              <a:buNone/>
            </a:pPr>
            <a:r>
              <a:rPr lang="en-US" sz="900" dirty="0">
                <a:solidFill>
                  <a:srgbClr val="5B6B77"/>
                </a:solidFill>
                <a:latin typeface="Arial" pitchFamily="34" charset="0"/>
                <a:ea typeface="Arial" pitchFamily="34" charset="-122"/>
                <a:cs typeface="Arial" pitchFamily="34" charset="-120"/>
              </a:rPr>
              <a:t>Real deployments – How is Agentic AI being using in the industry.</a:t>
            </a:r>
            <a:endParaRPr lang="en-US" sz="900" dirty="0"/>
          </a:p>
        </p:txBody>
      </p:sp>
      <p:sp>
        <p:nvSpPr>
          <p:cNvPr id="345" name="Shape 27">
            <a:extLst>
              <a:ext uri="{FF2B5EF4-FFF2-40B4-BE49-F238E27FC236}">
                <a16:creationId xmlns:a16="http://schemas.microsoft.com/office/drawing/2014/main" id="{52487A42-FE4D-D578-E44F-DE6A3F44CB4E}"/>
              </a:ext>
            </a:extLst>
          </p:cNvPr>
          <p:cNvSpPr/>
          <p:nvPr/>
        </p:nvSpPr>
        <p:spPr>
          <a:xfrm>
            <a:off x="4571999" y="3575304"/>
            <a:ext cx="3530379" cy="1005840"/>
          </a:xfrm>
          <a:prstGeom prst="roundRect">
            <a:avLst>
              <a:gd name="adj" fmla="val 5455"/>
            </a:avLst>
          </a:prstGeom>
          <a:solidFill>
            <a:schemeClr val="bg2">
              <a:lumMod val="75000"/>
            </a:schemeClr>
          </a:solidFill>
          <a:ln w="9525">
            <a:solidFill>
              <a:srgbClr val="DDE6EA"/>
            </a:solidFill>
            <a:prstDash val="solid"/>
          </a:ln>
        </p:spPr>
        <p:txBody>
          <a:bodyPr/>
          <a:lstStyle/>
          <a:p>
            <a:pPr marL="0" indent="0">
              <a:buNone/>
            </a:pPr>
            <a:r>
              <a:rPr lang="en-US" b="1" dirty="0">
                <a:solidFill>
                  <a:schemeClr val="bg2"/>
                </a:solidFill>
                <a:latin typeface="Cambria" pitchFamily="34" charset="0"/>
                <a:ea typeface="Cambria" pitchFamily="34" charset="-122"/>
                <a:cs typeface="Cambria" pitchFamily="34" charset="-120"/>
              </a:rPr>
              <a:t>06</a:t>
            </a:r>
            <a:endParaRPr lang="en-US" dirty="0">
              <a:solidFill>
                <a:schemeClr val="bg2"/>
              </a:solidFill>
            </a:endParaRPr>
          </a:p>
        </p:txBody>
      </p:sp>
      <p:sp>
        <p:nvSpPr>
          <p:cNvPr id="347" name="Shape 28">
            <a:extLst>
              <a:ext uri="{FF2B5EF4-FFF2-40B4-BE49-F238E27FC236}">
                <a16:creationId xmlns:a16="http://schemas.microsoft.com/office/drawing/2014/main" id="{99FF6643-05DE-A0B9-7BD4-957482BBAD87}"/>
              </a:ext>
            </a:extLst>
          </p:cNvPr>
          <p:cNvSpPr/>
          <p:nvPr/>
        </p:nvSpPr>
        <p:spPr>
          <a:xfrm>
            <a:off x="4634992" y="3634740"/>
            <a:ext cx="457200" cy="457200"/>
          </a:xfrm>
          <a:prstGeom prst="ellipse">
            <a:avLst/>
          </a:prstGeom>
          <a:solidFill>
            <a:srgbClr val="092F53"/>
          </a:solidFill>
          <a:ln/>
        </p:spPr>
        <p:txBody>
          <a:bodyPr/>
          <a:lstStyle/>
          <a:p>
            <a:endParaRPr lang="en-US" dirty="0"/>
          </a:p>
        </p:txBody>
      </p:sp>
      <p:sp>
        <p:nvSpPr>
          <p:cNvPr id="351" name="Text 29">
            <a:extLst>
              <a:ext uri="{FF2B5EF4-FFF2-40B4-BE49-F238E27FC236}">
                <a16:creationId xmlns:a16="http://schemas.microsoft.com/office/drawing/2014/main" id="{B5EFFED1-0156-C7B9-C991-04633DC49765}"/>
              </a:ext>
            </a:extLst>
          </p:cNvPr>
          <p:cNvSpPr/>
          <p:nvPr/>
        </p:nvSpPr>
        <p:spPr>
          <a:xfrm>
            <a:off x="4675235" y="3726180"/>
            <a:ext cx="457200" cy="274320"/>
          </a:xfrm>
          <a:prstGeom prst="rect">
            <a:avLst/>
          </a:prstGeom>
          <a:noFill/>
          <a:ln/>
        </p:spPr>
        <p:txBody>
          <a:bodyPr wrap="square" rtlCol="0" anchor="ctr"/>
          <a:lstStyle/>
          <a:p>
            <a:pPr marL="0" indent="0">
              <a:buNone/>
            </a:pPr>
            <a:r>
              <a:rPr lang="en-US" sz="1200" b="1" dirty="0">
                <a:solidFill>
                  <a:schemeClr val="bg2"/>
                </a:solidFill>
                <a:latin typeface="Cambria" pitchFamily="34" charset="0"/>
                <a:ea typeface="Cambria" pitchFamily="34" charset="-122"/>
                <a:cs typeface="Cambria" pitchFamily="34" charset="-120"/>
              </a:rPr>
              <a:t>06</a:t>
            </a:r>
            <a:endParaRPr lang="en-US" sz="1200" dirty="0">
              <a:solidFill>
                <a:schemeClr val="bg2"/>
              </a:solidFill>
            </a:endParaRPr>
          </a:p>
        </p:txBody>
      </p:sp>
      <p:sp>
        <p:nvSpPr>
          <p:cNvPr id="353" name="Text 30">
            <a:extLst>
              <a:ext uri="{FF2B5EF4-FFF2-40B4-BE49-F238E27FC236}">
                <a16:creationId xmlns:a16="http://schemas.microsoft.com/office/drawing/2014/main" id="{ACE3AD59-7A0A-4897-D2D7-040A65D6CDEA}"/>
              </a:ext>
            </a:extLst>
          </p:cNvPr>
          <p:cNvSpPr/>
          <p:nvPr/>
        </p:nvSpPr>
        <p:spPr>
          <a:xfrm>
            <a:off x="5132435" y="3703320"/>
            <a:ext cx="3108960" cy="320040"/>
          </a:xfrm>
          <a:prstGeom prst="rect">
            <a:avLst/>
          </a:prstGeom>
          <a:noFill/>
          <a:ln/>
        </p:spPr>
        <p:txBody>
          <a:bodyPr wrap="square" rtlCol="0" anchor="ctr"/>
          <a:lstStyle/>
          <a:p>
            <a:pPr marL="0" indent="0">
              <a:buNone/>
            </a:pPr>
            <a:r>
              <a:rPr lang="en-US" sz="1350" b="1" dirty="0">
                <a:solidFill>
                  <a:srgbClr val="092F53"/>
                </a:solidFill>
                <a:latin typeface="Cambria" pitchFamily="34" charset="0"/>
                <a:ea typeface="Cambria" pitchFamily="34" charset="-122"/>
                <a:cs typeface="Cambria" pitchFamily="34" charset="-120"/>
              </a:rPr>
              <a:t>The Road Ahead</a:t>
            </a:r>
            <a:endParaRPr lang="en-US" sz="1350" dirty="0"/>
          </a:p>
        </p:txBody>
      </p:sp>
      <p:sp>
        <p:nvSpPr>
          <p:cNvPr id="368" name="Text 31">
            <a:extLst>
              <a:ext uri="{FF2B5EF4-FFF2-40B4-BE49-F238E27FC236}">
                <a16:creationId xmlns:a16="http://schemas.microsoft.com/office/drawing/2014/main" id="{5D3C4189-38CD-CB38-D677-E8320DC3836B}"/>
              </a:ext>
            </a:extLst>
          </p:cNvPr>
          <p:cNvSpPr/>
          <p:nvPr/>
        </p:nvSpPr>
        <p:spPr>
          <a:xfrm>
            <a:off x="5139745" y="3863340"/>
            <a:ext cx="3108960" cy="502920"/>
          </a:xfrm>
          <a:prstGeom prst="rect">
            <a:avLst/>
          </a:prstGeom>
          <a:noFill/>
          <a:ln/>
        </p:spPr>
        <p:txBody>
          <a:bodyPr wrap="square" rtlCol="0" anchor="ctr"/>
          <a:lstStyle/>
          <a:p>
            <a:pPr marL="0" indent="0">
              <a:lnSpc>
                <a:spcPct val="110000"/>
              </a:lnSpc>
              <a:buNone/>
            </a:pPr>
            <a:r>
              <a:rPr lang="en-US" sz="900" dirty="0">
                <a:solidFill>
                  <a:srgbClr val="5B6B77"/>
                </a:solidFill>
                <a:latin typeface="Arial" pitchFamily="34" charset="0"/>
                <a:ea typeface="Arial" pitchFamily="34" charset="-122"/>
                <a:cs typeface="Arial" pitchFamily="34" charset="-120"/>
              </a:rPr>
              <a:t>The future of AI – Opportunities, Skills and Career</a:t>
            </a:r>
            <a:endParaRPr lang="en-US" sz="900" dirty="0"/>
          </a:p>
        </p:txBody>
      </p:sp>
      <p:sp>
        <p:nvSpPr>
          <p:cNvPr id="371" name="Text 4">
            <a:extLst>
              <a:ext uri="{FF2B5EF4-FFF2-40B4-BE49-F238E27FC236}">
                <a16:creationId xmlns:a16="http://schemas.microsoft.com/office/drawing/2014/main" id="{2EA4CFAB-8CB6-453B-0790-6F2379ADD926}"/>
              </a:ext>
            </a:extLst>
          </p:cNvPr>
          <p:cNvSpPr/>
          <p:nvPr/>
        </p:nvSpPr>
        <p:spPr>
          <a:xfrm>
            <a:off x="4682545" y="2557935"/>
            <a:ext cx="457200" cy="274320"/>
          </a:xfrm>
          <a:prstGeom prst="rect">
            <a:avLst/>
          </a:prstGeom>
          <a:noFill/>
          <a:ln/>
        </p:spPr>
        <p:txBody>
          <a:bodyPr wrap="square" rtlCol="0" anchor="ctr"/>
          <a:lstStyle/>
          <a:p>
            <a:pPr marL="0" indent="0">
              <a:buNone/>
            </a:pPr>
            <a:r>
              <a:rPr lang="en-US" sz="1200" b="1" dirty="0">
                <a:solidFill>
                  <a:schemeClr val="bg2"/>
                </a:solidFill>
                <a:latin typeface="Cambria" pitchFamily="34" charset="0"/>
                <a:ea typeface="Cambria" pitchFamily="34" charset="-122"/>
                <a:cs typeface="Cambria" pitchFamily="34" charset="-120"/>
              </a:rPr>
              <a:t>04</a:t>
            </a:r>
            <a:endParaRPr lang="en-US" sz="1200" dirty="0">
              <a:solidFill>
                <a:schemeClr val="bg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35"/>
          <p:cNvSpPr txBox="1">
            <a:spLocks noGrp="1"/>
          </p:cNvSpPr>
          <p:nvPr>
            <p:ph type="subTitle" idx="4"/>
          </p:nvPr>
        </p:nvSpPr>
        <p:spPr>
          <a:xfrm>
            <a:off x="4923250" y="1771900"/>
            <a:ext cx="2505600" cy="558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Practical Application</a:t>
            </a:r>
            <a:endParaRPr/>
          </a:p>
        </p:txBody>
      </p:sp>
      <p:sp>
        <p:nvSpPr>
          <p:cNvPr id="387" name="Google Shape;387;p3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Introduction</a:t>
            </a:r>
            <a:endParaRPr b="1" dirty="0"/>
          </a:p>
        </p:txBody>
      </p:sp>
      <p:sp>
        <p:nvSpPr>
          <p:cNvPr id="388" name="Google Shape;388;p35"/>
          <p:cNvSpPr txBox="1">
            <a:spLocks noGrp="1"/>
          </p:cNvSpPr>
          <p:nvPr>
            <p:ph type="subTitle" idx="1"/>
          </p:nvPr>
        </p:nvSpPr>
        <p:spPr>
          <a:xfrm>
            <a:off x="4923250" y="2421751"/>
            <a:ext cx="2505600" cy="1506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Most employers aren't hiring “AI engineers.” They want marketers, analysts, and engineers who use AI tools well inside the job they already have.</a:t>
            </a:r>
            <a:endParaRPr/>
          </a:p>
        </p:txBody>
      </p:sp>
      <p:sp>
        <p:nvSpPr>
          <p:cNvPr id="389" name="Google Shape;389;p35"/>
          <p:cNvSpPr txBox="1">
            <a:spLocks noGrp="1"/>
          </p:cNvSpPr>
          <p:nvPr>
            <p:ph type="subTitle" idx="2"/>
          </p:nvPr>
        </p:nvSpPr>
        <p:spPr>
          <a:xfrm>
            <a:off x="1715375" y="2421750"/>
            <a:ext cx="2505600" cy="1506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Know how AI generates answers, spot hallucinations, and judge when a human still needs to make the call. This is fast becoming the new digital literacy.</a:t>
            </a:r>
            <a:endParaRPr/>
          </a:p>
        </p:txBody>
      </p:sp>
      <p:sp>
        <p:nvSpPr>
          <p:cNvPr id="390" name="Google Shape;390;p35"/>
          <p:cNvSpPr txBox="1">
            <a:spLocks noGrp="1"/>
          </p:cNvSpPr>
          <p:nvPr>
            <p:ph type="subTitle" idx="3"/>
          </p:nvPr>
        </p:nvSpPr>
        <p:spPr>
          <a:xfrm>
            <a:off x="1715375" y="1771890"/>
            <a:ext cx="2505600" cy="558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AI Literacy</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35"/>
        <p:cNvGrpSpPr/>
        <p:nvPr/>
      </p:nvGrpSpPr>
      <p:grpSpPr>
        <a:xfrm>
          <a:off x="0" y="0"/>
          <a:ext cx="0" cy="0"/>
          <a:chOff x="0" y="0"/>
          <a:chExt cx="0" cy="0"/>
        </a:xfrm>
      </p:grpSpPr>
      <p:sp>
        <p:nvSpPr>
          <p:cNvPr id="436" name="Google Shape;436;p39"/>
          <p:cNvSpPr txBox="1">
            <a:spLocks noGrp="1"/>
          </p:cNvSpPr>
          <p:nvPr>
            <p:ph type="subTitle" idx="3"/>
          </p:nvPr>
        </p:nvSpPr>
        <p:spPr>
          <a:xfrm>
            <a:off x="2825700" y="1796301"/>
            <a:ext cx="3492600" cy="598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Wage premium for workers with strong AI skills</a:t>
            </a:r>
            <a:endParaRPr/>
          </a:p>
        </p:txBody>
      </p:sp>
      <p:sp>
        <p:nvSpPr>
          <p:cNvPr id="437" name="Google Shape;437;p39"/>
          <p:cNvSpPr txBox="1">
            <a:spLocks noGrp="1"/>
          </p:cNvSpPr>
          <p:nvPr>
            <p:ph type="title"/>
          </p:nvPr>
        </p:nvSpPr>
        <p:spPr>
          <a:xfrm>
            <a:off x="798388" y="2748375"/>
            <a:ext cx="3492600" cy="768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90%</a:t>
            </a:r>
            <a:endParaRPr/>
          </a:p>
        </p:txBody>
      </p:sp>
      <p:sp>
        <p:nvSpPr>
          <p:cNvPr id="438" name="Google Shape;438;p39"/>
          <p:cNvSpPr txBox="1">
            <a:spLocks noGrp="1"/>
          </p:cNvSpPr>
          <p:nvPr>
            <p:ph type="subTitle" idx="1"/>
          </p:nvPr>
        </p:nvSpPr>
        <p:spPr>
          <a:xfrm>
            <a:off x="798388" y="3507297"/>
            <a:ext cx="3492600" cy="598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of organizations now use AI in at least one business function</a:t>
            </a:r>
            <a:endParaRPr/>
          </a:p>
        </p:txBody>
      </p:sp>
      <p:sp>
        <p:nvSpPr>
          <p:cNvPr id="439" name="Google Shape;439;p39"/>
          <p:cNvSpPr txBox="1">
            <a:spLocks noGrp="1"/>
          </p:cNvSpPr>
          <p:nvPr>
            <p:ph type="title" idx="2"/>
          </p:nvPr>
        </p:nvSpPr>
        <p:spPr>
          <a:xfrm>
            <a:off x="2825700" y="1037389"/>
            <a:ext cx="3492600" cy="768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56%</a:t>
            </a:r>
            <a:endParaRPr/>
          </a:p>
        </p:txBody>
      </p:sp>
      <p:sp>
        <p:nvSpPr>
          <p:cNvPr id="440" name="Google Shape;440;p39"/>
          <p:cNvSpPr txBox="1">
            <a:spLocks noGrp="1"/>
          </p:cNvSpPr>
          <p:nvPr>
            <p:ph type="title" idx="4"/>
          </p:nvPr>
        </p:nvSpPr>
        <p:spPr>
          <a:xfrm>
            <a:off x="4853013" y="2748375"/>
            <a:ext cx="3492600" cy="768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45%</a:t>
            </a:r>
            <a:endParaRPr/>
          </a:p>
        </p:txBody>
      </p:sp>
      <p:sp>
        <p:nvSpPr>
          <p:cNvPr id="441" name="Google Shape;441;p39"/>
          <p:cNvSpPr txBox="1">
            <a:spLocks noGrp="1"/>
          </p:cNvSpPr>
          <p:nvPr>
            <p:ph type="subTitle" idx="5"/>
          </p:nvPr>
        </p:nvSpPr>
        <p:spPr>
          <a:xfrm>
            <a:off x="4853013" y="3507297"/>
            <a:ext cx="3492600" cy="598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of engineering tasks are already AI-influenced</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75"/>
        <p:cNvGrpSpPr/>
        <p:nvPr/>
      </p:nvGrpSpPr>
      <p:grpSpPr>
        <a:xfrm>
          <a:off x="0" y="0"/>
          <a:ext cx="0" cy="0"/>
          <a:chOff x="0" y="0"/>
          <a:chExt cx="0" cy="0"/>
        </a:xfrm>
      </p:grpSpPr>
      <p:sp>
        <p:nvSpPr>
          <p:cNvPr id="7" name="Text 1">
            <a:extLst>
              <a:ext uri="{FF2B5EF4-FFF2-40B4-BE49-F238E27FC236}">
                <a16:creationId xmlns:a16="http://schemas.microsoft.com/office/drawing/2014/main" id="{025943D3-DD6C-8E8B-72FA-03D672C670BF}"/>
              </a:ext>
            </a:extLst>
          </p:cNvPr>
          <p:cNvSpPr/>
          <p:nvPr/>
        </p:nvSpPr>
        <p:spPr>
          <a:xfrm>
            <a:off x="411480" y="516593"/>
            <a:ext cx="8412480" cy="502920"/>
          </a:xfrm>
          <a:prstGeom prst="rect">
            <a:avLst/>
          </a:prstGeom>
          <a:noFill/>
          <a:ln/>
        </p:spPr>
        <p:txBody>
          <a:bodyPr wrap="square" lIns="0" tIns="0" rIns="0" bIns="0" rtlCol="0" anchor="ctr"/>
          <a:lstStyle/>
          <a:p>
            <a:pPr marL="0" indent="0">
              <a:buNone/>
            </a:pPr>
            <a:r>
              <a:rPr lang="en-US" sz="2300" b="1" dirty="0">
                <a:solidFill>
                  <a:srgbClr val="092F53"/>
                </a:solidFill>
                <a:latin typeface="Cambria" pitchFamily="34" charset="0"/>
                <a:ea typeface="Cambria" pitchFamily="34" charset="-122"/>
                <a:cs typeface="Cambria" pitchFamily="34" charset="-120"/>
              </a:rPr>
              <a:t>Evolution of AI</a:t>
            </a:r>
            <a:endParaRPr lang="en-US" sz="2300" dirty="0"/>
          </a:p>
        </p:txBody>
      </p:sp>
      <p:sp>
        <p:nvSpPr>
          <p:cNvPr id="9" name="Shape 2">
            <a:extLst>
              <a:ext uri="{FF2B5EF4-FFF2-40B4-BE49-F238E27FC236}">
                <a16:creationId xmlns:a16="http://schemas.microsoft.com/office/drawing/2014/main" id="{68C00CF6-EB5C-2680-50F0-CA1E8B4F68A1}"/>
              </a:ext>
            </a:extLst>
          </p:cNvPr>
          <p:cNvSpPr/>
          <p:nvPr/>
        </p:nvSpPr>
        <p:spPr>
          <a:xfrm>
            <a:off x="1161288" y="1234440"/>
            <a:ext cx="512064" cy="512064"/>
          </a:xfrm>
          <a:prstGeom prst="ellipse">
            <a:avLst/>
          </a:prstGeom>
          <a:solidFill>
            <a:srgbClr val="092F53"/>
          </a:solidFill>
          <a:ln/>
        </p:spPr>
        <p:txBody>
          <a:bodyPr/>
          <a:lstStyle/>
          <a:p>
            <a:endParaRPr lang="en-US"/>
          </a:p>
        </p:txBody>
      </p:sp>
      <p:pic>
        <p:nvPicPr>
          <p:cNvPr id="11" name="Image 0" descr="/home/claude/icons/message_white.png">
            <a:extLst>
              <a:ext uri="{FF2B5EF4-FFF2-40B4-BE49-F238E27FC236}">
                <a16:creationId xmlns:a16="http://schemas.microsoft.com/office/drawing/2014/main" id="{E7DACF73-3D62-6C71-DC46-211CF597B43C}"/>
              </a:ext>
            </a:extLst>
          </p:cNvPr>
          <p:cNvPicPr>
            <a:picLocks noChangeAspect="1"/>
          </p:cNvPicPr>
          <p:nvPr/>
        </p:nvPicPr>
        <p:blipFill>
          <a:blip r:embed="rId3"/>
          <a:stretch>
            <a:fillRect/>
          </a:stretch>
        </p:blipFill>
        <p:spPr>
          <a:xfrm>
            <a:off x="1280160" y="1353312"/>
            <a:ext cx="274320" cy="274320"/>
          </a:xfrm>
          <a:prstGeom prst="rect">
            <a:avLst/>
          </a:prstGeom>
        </p:spPr>
      </p:pic>
      <p:sp>
        <p:nvSpPr>
          <p:cNvPr id="13" name="Text 3">
            <a:extLst>
              <a:ext uri="{FF2B5EF4-FFF2-40B4-BE49-F238E27FC236}">
                <a16:creationId xmlns:a16="http://schemas.microsoft.com/office/drawing/2014/main" id="{2B7C8207-3DA7-6E2A-9E18-FD9745775F47}"/>
              </a:ext>
            </a:extLst>
          </p:cNvPr>
          <p:cNvSpPr/>
          <p:nvPr/>
        </p:nvSpPr>
        <p:spPr>
          <a:xfrm>
            <a:off x="411480" y="1801368"/>
            <a:ext cx="2011680" cy="502920"/>
          </a:xfrm>
          <a:prstGeom prst="rect">
            <a:avLst/>
          </a:prstGeom>
          <a:noFill/>
          <a:ln/>
        </p:spPr>
        <p:txBody>
          <a:bodyPr wrap="square" rtlCol="0" anchor="ctr"/>
          <a:lstStyle/>
          <a:p>
            <a:pPr marL="0" indent="0" algn="ctr">
              <a:lnSpc>
                <a:spcPct val="105000"/>
              </a:lnSpc>
              <a:buNone/>
            </a:pPr>
            <a:r>
              <a:rPr lang="en-US" sz="850" b="1" dirty="0">
                <a:solidFill>
                  <a:srgbClr val="092F53"/>
                </a:solidFill>
                <a:latin typeface="Arial" pitchFamily="34" charset="0"/>
                <a:ea typeface="Arial" pitchFamily="34" charset="-122"/>
                <a:cs typeface="Arial" pitchFamily="34" charset="-120"/>
              </a:rPr>
              <a:t>Rule-based systems</a:t>
            </a:r>
            <a:endParaRPr lang="en-US" sz="850" dirty="0"/>
          </a:p>
          <a:p>
            <a:pPr marL="0" indent="0" algn="ctr">
              <a:lnSpc>
                <a:spcPct val="105000"/>
              </a:lnSpc>
              <a:buNone/>
            </a:pPr>
            <a:r>
              <a:rPr lang="en-US" sz="850" b="1" dirty="0">
                <a:solidFill>
                  <a:srgbClr val="092F53"/>
                </a:solidFill>
                <a:latin typeface="Arial" pitchFamily="34" charset="0"/>
                <a:ea typeface="Arial" pitchFamily="34" charset="-122"/>
                <a:cs typeface="Arial" pitchFamily="34" charset="-120"/>
              </a:rPr>
              <a:t>&amp; ELIZA (1966)</a:t>
            </a:r>
            <a:endParaRPr lang="en-US" sz="850" dirty="0"/>
          </a:p>
        </p:txBody>
      </p:sp>
      <p:sp>
        <p:nvSpPr>
          <p:cNvPr id="15" name="Shape 4">
            <a:extLst>
              <a:ext uri="{FF2B5EF4-FFF2-40B4-BE49-F238E27FC236}">
                <a16:creationId xmlns:a16="http://schemas.microsoft.com/office/drawing/2014/main" id="{0C952DD2-18A1-85F4-5267-C2141E1285B8}"/>
              </a:ext>
            </a:extLst>
          </p:cNvPr>
          <p:cNvSpPr/>
          <p:nvPr/>
        </p:nvSpPr>
        <p:spPr>
          <a:xfrm>
            <a:off x="1728216" y="1490472"/>
            <a:ext cx="1481328" cy="0"/>
          </a:xfrm>
          <a:prstGeom prst="line">
            <a:avLst/>
          </a:prstGeom>
          <a:noFill/>
          <a:ln w="15875">
            <a:solidFill>
              <a:srgbClr val="B9CBD3"/>
            </a:solidFill>
            <a:prstDash val="dash"/>
          </a:ln>
        </p:spPr>
        <p:txBody>
          <a:bodyPr/>
          <a:lstStyle/>
          <a:p>
            <a:endParaRPr lang="en-US"/>
          </a:p>
        </p:txBody>
      </p:sp>
      <p:sp>
        <p:nvSpPr>
          <p:cNvPr id="17" name="Shape 5">
            <a:extLst>
              <a:ext uri="{FF2B5EF4-FFF2-40B4-BE49-F238E27FC236}">
                <a16:creationId xmlns:a16="http://schemas.microsoft.com/office/drawing/2014/main" id="{B6CD61EC-93EA-D49F-752C-51B8E685CB82}"/>
              </a:ext>
            </a:extLst>
          </p:cNvPr>
          <p:cNvSpPr/>
          <p:nvPr/>
        </p:nvSpPr>
        <p:spPr>
          <a:xfrm>
            <a:off x="3264408" y="1234440"/>
            <a:ext cx="512064" cy="512064"/>
          </a:xfrm>
          <a:prstGeom prst="ellipse">
            <a:avLst/>
          </a:prstGeom>
          <a:solidFill>
            <a:srgbClr val="092F53"/>
          </a:solidFill>
          <a:ln/>
        </p:spPr>
        <p:txBody>
          <a:bodyPr/>
          <a:lstStyle/>
          <a:p>
            <a:endParaRPr lang="en-US"/>
          </a:p>
        </p:txBody>
      </p:sp>
      <p:pic>
        <p:nvPicPr>
          <p:cNvPr id="19" name="Image 1" descr="/home/claude/icons/activity_white.png">
            <a:extLst>
              <a:ext uri="{FF2B5EF4-FFF2-40B4-BE49-F238E27FC236}">
                <a16:creationId xmlns:a16="http://schemas.microsoft.com/office/drawing/2014/main" id="{1826B5B1-2343-3996-E609-3E0B6F83049E}"/>
              </a:ext>
            </a:extLst>
          </p:cNvPr>
          <p:cNvPicPr>
            <a:picLocks noChangeAspect="1"/>
          </p:cNvPicPr>
          <p:nvPr/>
        </p:nvPicPr>
        <p:blipFill>
          <a:blip r:embed="rId4"/>
          <a:stretch>
            <a:fillRect/>
          </a:stretch>
        </p:blipFill>
        <p:spPr>
          <a:xfrm>
            <a:off x="3383280" y="1353312"/>
            <a:ext cx="274320" cy="274320"/>
          </a:xfrm>
          <a:prstGeom prst="rect">
            <a:avLst/>
          </a:prstGeom>
        </p:spPr>
      </p:pic>
      <p:sp>
        <p:nvSpPr>
          <p:cNvPr id="21" name="Text 6">
            <a:extLst>
              <a:ext uri="{FF2B5EF4-FFF2-40B4-BE49-F238E27FC236}">
                <a16:creationId xmlns:a16="http://schemas.microsoft.com/office/drawing/2014/main" id="{573483E8-4EE6-C3A7-0CB0-A367838D6653}"/>
              </a:ext>
            </a:extLst>
          </p:cNvPr>
          <p:cNvSpPr/>
          <p:nvPr/>
        </p:nvSpPr>
        <p:spPr>
          <a:xfrm>
            <a:off x="2514600" y="1801368"/>
            <a:ext cx="2011680" cy="502920"/>
          </a:xfrm>
          <a:prstGeom prst="rect">
            <a:avLst/>
          </a:prstGeom>
          <a:noFill/>
          <a:ln/>
        </p:spPr>
        <p:txBody>
          <a:bodyPr wrap="square" rtlCol="0" anchor="ctr"/>
          <a:lstStyle/>
          <a:p>
            <a:pPr marL="0" indent="0" algn="ctr">
              <a:lnSpc>
                <a:spcPct val="105000"/>
              </a:lnSpc>
              <a:buNone/>
            </a:pPr>
            <a:r>
              <a:rPr lang="en-US" sz="850" b="1" dirty="0">
                <a:solidFill>
                  <a:srgbClr val="092F53"/>
                </a:solidFill>
                <a:latin typeface="Arial" pitchFamily="34" charset="0"/>
                <a:ea typeface="Arial" pitchFamily="34" charset="-122"/>
                <a:cs typeface="Arial" pitchFamily="34" charset="-120"/>
              </a:rPr>
              <a:t>Traditional</a:t>
            </a:r>
            <a:endParaRPr lang="en-US" sz="850" dirty="0"/>
          </a:p>
          <a:p>
            <a:pPr marL="0" indent="0" algn="ctr">
              <a:lnSpc>
                <a:spcPct val="105000"/>
              </a:lnSpc>
              <a:buNone/>
            </a:pPr>
            <a:r>
              <a:rPr lang="en-US" sz="850" b="1" dirty="0">
                <a:solidFill>
                  <a:srgbClr val="092F53"/>
                </a:solidFill>
                <a:latin typeface="Arial" pitchFamily="34" charset="0"/>
                <a:ea typeface="Arial" pitchFamily="34" charset="-122"/>
                <a:cs typeface="Arial" pitchFamily="34" charset="-120"/>
              </a:rPr>
              <a:t>machine learning</a:t>
            </a:r>
            <a:endParaRPr lang="en-US" sz="850" dirty="0"/>
          </a:p>
        </p:txBody>
      </p:sp>
      <p:sp>
        <p:nvSpPr>
          <p:cNvPr id="23" name="Shape 7">
            <a:extLst>
              <a:ext uri="{FF2B5EF4-FFF2-40B4-BE49-F238E27FC236}">
                <a16:creationId xmlns:a16="http://schemas.microsoft.com/office/drawing/2014/main" id="{48C495EF-7148-14D3-7DE5-10EC58F8334F}"/>
              </a:ext>
            </a:extLst>
          </p:cNvPr>
          <p:cNvSpPr/>
          <p:nvPr/>
        </p:nvSpPr>
        <p:spPr>
          <a:xfrm>
            <a:off x="3831336" y="1490472"/>
            <a:ext cx="1481328" cy="0"/>
          </a:xfrm>
          <a:prstGeom prst="line">
            <a:avLst/>
          </a:prstGeom>
          <a:noFill/>
          <a:ln w="15875">
            <a:solidFill>
              <a:srgbClr val="B9CBD3"/>
            </a:solidFill>
            <a:prstDash val="dash"/>
          </a:ln>
        </p:spPr>
        <p:txBody>
          <a:bodyPr/>
          <a:lstStyle/>
          <a:p>
            <a:endParaRPr lang="en-US"/>
          </a:p>
        </p:txBody>
      </p:sp>
      <p:sp>
        <p:nvSpPr>
          <p:cNvPr id="25" name="Shape 8">
            <a:extLst>
              <a:ext uri="{FF2B5EF4-FFF2-40B4-BE49-F238E27FC236}">
                <a16:creationId xmlns:a16="http://schemas.microsoft.com/office/drawing/2014/main" id="{C23D4D2A-6D82-4811-168C-E4D007594FDD}"/>
              </a:ext>
            </a:extLst>
          </p:cNvPr>
          <p:cNvSpPr/>
          <p:nvPr/>
        </p:nvSpPr>
        <p:spPr>
          <a:xfrm>
            <a:off x="5367528" y="1234440"/>
            <a:ext cx="512064" cy="512064"/>
          </a:xfrm>
          <a:prstGeom prst="ellipse">
            <a:avLst/>
          </a:prstGeom>
          <a:solidFill>
            <a:srgbClr val="092F53"/>
          </a:solidFill>
          <a:ln/>
        </p:spPr>
        <p:txBody>
          <a:bodyPr/>
          <a:lstStyle/>
          <a:p>
            <a:endParaRPr lang="en-US"/>
          </a:p>
        </p:txBody>
      </p:sp>
      <p:pic>
        <p:nvPicPr>
          <p:cNvPr id="27" name="Image 2" descr="/home/claude/icons/layers_white.png">
            <a:extLst>
              <a:ext uri="{FF2B5EF4-FFF2-40B4-BE49-F238E27FC236}">
                <a16:creationId xmlns:a16="http://schemas.microsoft.com/office/drawing/2014/main" id="{BC7F3279-262C-19B2-7031-35BD9708BF52}"/>
              </a:ext>
            </a:extLst>
          </p:cNvPr>
          <p:cNvPicPr>
            <a:picLocks noChangeAspect="1"/>
          </p:cNvPicPr>
          <p:nvPr/>
        </p:nvPicPr>
        <p:blipFill>
          <a:blip r:embed="rId5"/>
          <a:stretch>
            <a:fillRect/>
          </a:stretch>
        </p:blipFill>
        <p:spPr>
          <a:xfrm>
            <a:off x="5486400" y="1353312"/>
            <a:ext cx="274320" cy="274320"/>
          </a:xfrm>
          <a:prstGeom prst="rect">
            <a:avLst/>
          </a:prstGeom>
        </p:spPr>
      </p:pic>
      <p:sp>
        <p:nvSpPr>
          <p:cNvPr id="29" name="Text 9">
            <a:extLst>
              <a:ext uri="{FF2B5EF4-FFF2-40B4-BE49-F238E27FC236}">
                <a16:creationId xmlns:a16="http://schemas.microsoft.com/office/drawing/2014/main" id="{D2E0916B-5AA6-CBBD-DD17-F99B568F3E65}"/>
              </a:ext>
            </a:extLst>
          </p:cNvPr>
          <p:cNvSpPr/>
          <p:nvPr/>
        </p:nvSpPr>
        <p:spPr>
          <a:xfrm>
            <a:off x="4617720" y="1801368"/>
            <a:ext cx="2011680" cy="502920"/>
          </a:xfrm>
          <a:prstGeom prst="rect">
            <a:avLst/>
          </a:prstGeom>
          <a:noFill/>
          <a:ln/>
        </p:spPr>
        <p:txBody>
          <a:bodyPr wrap="square" rtlCol="0" anchor="ctr"/>
          <a:lstStyle/>
          <a:p>
            <a:pPr marL="0" indent="0" algn="ctr">
              <a:lnSpc>
                <a:spcPct val="105000"/>
              </a:lnSpc>
              <a:buNone/>
            </a:pPr>
            <a:r>
              <a:rPr lang="en-US" sz="850" b="1" dirty="0">
                <a:solidFill>
                  <a:srgbClr val="092F53"/>
                </a:solidFill>
                <a:latin typeface="Arial" pitchFamily="34" charset="0"/>
                <a:ea typeface="Arial" pitchFamily="34" charset="-122"/>
                <a:cs typeface="Arial" pitchFamily="34" charset="-120"/>
              </a:rPr>
              <a:t>Deep learning &amp;</a:t>
            </a:r>
            <a:endParaRPr lang="en-US" sz="850" dirty="0"/>
          </a:p>
          <a:p>
            <a:pPr marL="0" indent="0" algn="ctr">
              <a:lnSpc>
                <a:spcPct val="105000"/>
              </a:lnSpc>
              <a:buNone/>
            </a:pPr>
            <a:r>
              <a:rPr lang="en-US" sz="850" b="1" dirty="0">
                <a:solidFill>
                  <a:srgbClr val="092F53"/>
                </a:solidFill>
                <a:latin typeface="Arial" pitchFamily="34" charset="0"/>
                <a:ea typeface="Arial" pitchFamily="34" charset="-122"/>
                <a:cs typeface="Arial" pitchFamily="34" charset="-120"/>
              </a:rPr>
              <a:t>neural networks</a:t>
            </a:r>
            <a:endParaRPr lang="en-US" sz="850" dirty="0"/>
          </a:p>
        </p:txBody>
      </p:sp>
      <p:sp>
        <p:nvSpPr>
          <p:cNvPr id="31" name="Shape 10">
            <a:extLst>
              <a:ext uri="{FF2B5EF4-FFF2-40B4-BE49-F238E27FC236}">
                <a16:creationId xmlns:a16="http://schemas.microsoft.com/office/drawing/2014/main" id="{CF14C8F8-1CAF-B0C6-4A26-A52ED9D80C21}"/>
              </a:ext>
            </a:extLst>
          </p:cNvPr>
          <p:cNvSpPr/>
          <p:nvPr/>
        </p:nvSpPr>
        <p:spPr>
          <a:xfrm>
            <a:off x="5934456" y="1490472"/>
            <a:ext cx="1481328" cy="0"/>
          </a:xfrm>
          <a:prstGeom prst="line">
            <a:avLst/>
          </a:prstGeom>
          <a:noFill/>
          <a:ln w="15875">
            <a:solidFill>
              <a:srgbClr val="B9CBD3"/>
            </a:solidFill>
            <a:prstDash val="dash"/>
          </a:ln>
        </p:spPr>
        <p:txBody>
          <a:bodyPr/>
          <a:lstStyle/>
          <a:p>
            <a:endParaRPr lang="en-US"/>
          </a:p>
        </p:txBody>
      </p:sp>
      <p:sp>
        <p:nvSpPr>
          <p:cNvPr id="33" name="Shape 11">
            <a:extLst>
              <a:ext uri="{FF2B5EF4-FFF2-40B4-BE49-F238E27FC236}">
                <a16:creationId xmlns:a16="http://schemas.microsoft.com/office/drawing/2014/main" id="{9641616A-24EB-0127-5BEB-CCBB5D989B40}"/>
              </a:ext>
            </a:extLst>
          </p:cNvPr>
          <p:cNvSpPr/>
          <p:nvPr/>
        </p:nvSpPr>
        <p:spPr>
          <a:xfrm>
            <a:off x="7470648" y="1234440"/>
            <a:ext cx="512064" cy="512064"/>
          </a:xfrm>
          <a:prstGeom prst="ellipse">
            <a:avLst/>
          </a:prstGeom>
          <a:solidFill>
            <a:srgbClr val="092F53"/>
          </a:solidFill>
          <a:ln/>
        </p:spPr>
        <p:txBody>
          <a:bodyPr/>
          <a:lstStyle/>
          <a:p>
            <a:endParaRPr lang="en-US"/>
          </a:p>
        </p:txBody>
      </p:sp>
      <p:pic>
        <p:nvPicPr>
          <p:cNvPr id="35" name="Image 3" descr="/home/claude/icons/cpu_white.png">
            <a:extLst>
              <a:ext uri="{FF2B5EF4-FFF2-40B4-BE49-F238E27FC236}">
                <a16:creationId xmlns:a16="http://schemas.microsoft.com/office/drawing/2014/main" id="{25B1E690-3D34-94E0-6933-69020A567B55}"/>
              </a:ext>
            </a:extLst>
          </p:cNvPr>
          <p:cNvPicPr>
            <a:picLocks noChangeAspect="1"/>
          </p:cNvPicPr>
          <p:nvPr/>
        </p:nvPicPr>
        <p:blipFill>
          <a:blip r:embed="rId6"/>
          <a:stretch>
            <a:fillRect/>
          </a:stretch>
        </p:blipFill>
        <p:spPr>
          <a:xfrm>
            <a:off x="7589520" y="1353312"/>
            <a:ext cx="274320" cy="274320"/>
          </a:xfrm>
          <a:prstGeom prst="rect">
            <a:avLst/>
          </a:prstGeom>
        </p:spPr>
      </p:pic>
      <p:sp>
        <p:nvSpPr>
          <p:cNvPr id="37" name="Text 12">
            <a:extLst>
              <a:ext uri="{FF2B5EF4-FFF2-40B4-BE49-F238E27FC236}">
                <a16:creationId xmlns:a16="http://schemas.microsoft.com/office/drawing/2014/main" id="{4CBA3E55-2666-34FE-6306-5F495DB51933}"/>
              </a:ext>
            </a:extLst>
          </p:cNvPr>
          <p:cNvSpPr/>
          <p:nvPr/>
        </p:nvSpPr>
        <p:spPr>
          <a:xfrm>
            <a:off x="6766560" y="1785068"/>
            <a:ext cx="2011680" cy="502920"/>
          </a:xfrm>
          <a:prstGeom prst="rect">
            <a:avLst/>
          </a:prstGeom>
          <a:noFill/>
          <a:ln/>
        </p:spPr>
        <p:txBody>
          <a:bodyPr wrap="square" rtlCol="0" anchor="ctr"/>
          <a:lstStyle/>
          <a:p>
            <a:pPr marL="0" indent="0" algn="ctr">
              <a:lnSpc>
                <a:spcPct val="105000"/>
              </a:lnSpc>
              <a:buNone/>
            </a:pPr>
            <a:r>
              <a:rPr lang="en-US" sz="850" b="1" dirty="0">
                <a:solidFill>
                  <a:srgbClr val="092F53"/>
                </a:solidFill>
                <a:latin typeface="Arial" pitchFamily="34" charset="0"/>
                <a:ea typeface="Arial" pitchFamily="34" charset="-122"/>
                <a:cs typeface="Arial" pitchFamily="34" charset="-120"/>
              </a:rPr>
              <a:t>Transformers</a:t>
            </a:r>
            <a:endParaRPr lang="en-US" sz="850" dirty="0"/>
          </a:p>
          <a:p>
            <a:pPr marL="0" indent="0" algn="ctr">
              <a:lnSpc>
                <a:spcPct val="105000"/>
              </a:lnSpc>
              <a:buNone/>
            </a:pPr>
            <a:r>
              <a:rPr lang="en-US" sz="850" b="1" dirty="0">
                <a:solidFill>
                  <a:srgbClr val="092F53"/>
                </a:solidFill>
                <a:latin typeface="Arial" pitchFamily="34" charset="0"/>
                <a:ea typeface="Arial" pitchFamily="34" charset="-122"/>
                <a:cs typeface="Arial" pitchFamily="34" charset="-120"/>
              </a:rPr>
              <a:t>arrive (2017)</a:t>
            </a:r>
            <a:endParaRPr lang="en-US" sz="850" dirty="0"/>
          </a:p>
        </p:txBody>
      </p:sp>
      <p:sp>
        <p:nvSpPr>
          <p:cNvPr id="39" name="Shape 13">
            <a:extLst>
              <a:ext uri="{FF2B5EF4-FFF2-40B4-BE49-F238E27FC236}">
                <a16:creationId xmlns:a16="http://schemas.microsoft.com/office/drawing/2014/main" id="{B248835E-4B2A-63BC-F9CF-3399DC18E56F}"/>
              </a:ext>
            </a:extLst>
          </p:cNvPr>
          <p:cNvSpPr/>
          <p:nvPr/>
        </p:nvSpPr>
        <p:spPr>
          <a:xfrm>
            <a:off x="1162812" y="2615183"/>
            <a:ext cx="512064" cy="512064"/>
          </a:xfrm>
          <a:prstGeom prst="ellipse">
            <a:avLst/>
          </a:prstGeom>
          <a:solidFill>
            <a:schemeClr val="tx1"/>
          </a:solidFill>
          <a:ln/>
        </p:spPr>
        <p:txBody>
          <a:bodyPr/>
          <a:lstStyle/>
          <a:p>
            <a:endParaRPr lang="en-US"/>
          </a:p>
        </p:txBody>
      </p:sp>
      <p:pic>
        <p:nvPicPr>
          <p:cNvPr id="41" name="Image 4" descr="/home/claude/icons/zap_white.png">
            <a:extLst>
              <a:ext uri="{FF2B5EF4-FFF2-40B4-BE49-F238E27FC236}">
                <a16:creationId xmlns:a16="http://schemas.microsoft.com/office/drawing/2014/main" id="{A70D6CD3-4C9B-36E9-9A4B-51D73D798E47}"/>
              </a:ext>
            </a:extLst>
          </p:cNvPr>
          <p:cNvPicPr>
            <a:picLocks noChangeAspect="1"/>
          </p:cNvPicPr>
          <p:nvPr/>
        </p:nvPicPr>
        <p:blipFill>
          <a:blip r:embed="rId7"/>
          <a:stretch>
            <a:fillRect/>
          </a:stretch>
        </p:blipFill>
        <p:spPr>
          <a:xfrm>
            <a:off x="1234440" y="2734056"/>
            <a:ext cx="274320" cy="274320"/>
          </a:xfrm>
          <a:prstGeom prst="rect">
            <a:avLst/>
          </a:prstGeom>
        </p:spPr>
      </p:pic>
      <p:sp>
        <p:nvSpPr>
          <p:cNvPr id="43" name="Text 14">
            <a:extLst>
              <a:ext uri="{FF2B5EF4-FFF2-40B4-BE49-F238E27FC236}">
                <a16:creationId xmlns:a16="http://schemas.microsoft.com/office/drawing/2014/main" id="{B1890061-C821-E04B-EB16-4EEB75938BC2}"/>
              </a:ext>
            </a:extLst>
          </p:cNvPr>
          <p:cNvSpPr/>
          <p:nvPr/>
        </p:nvSpPr>
        <p:spPr>
          <a:xfrm>
            <a:off x="365760" y="3182112"/>
            <a:ext cx="2011680" cy="502920"/>
          </a:xfrm>
          <a:prstGeom prst="rect">
            <a:avLst/>
          </a:prstGeom>
          <a:noFill/>
          <a:ln/>
        </p:spPr>
        <p:txBody>
          <a:bodyPr wrap="square" rtlCol="0" anchor="ctr"/>
          <a:lstStyle/>
          <a:p>
            <a:pPr marL="0" indent="0" algn="ctr">
              <a:lnSpc>
                <a:spcPct val="105000"/>
              </a:lnSpc>
              <a:buNone/>
            </a:pPr>
            <a:r>
              <a:rPr lang="en-US" sz="850" b="1" dirty="0">
                <a:solidFill>
                  <a:srgbClr val="092F53"/>
                </a:solidFill>
                <a:latin typeface="Arial" pitchFamily="34" charset="0"/>
                <a:ea typeface="Arial" pitchFamily="34" charset="-122"/>
                <a:cs typeface="Arial" pitchFamily="34" charset="-120"/>
              </a:rPr>
              <a:t>Generative AI:</a:t>
            </a:r>
            <a:endParaRPr lang="en-US" sz="850" dirty="0"/>
          </a:p>
          <a:p>
            <a:pPr marL="0" indent="0" algn="ctr">
              <a:lnSpc>
                <a:spcPct val="105000"/>
              </a:lnSpc>
              <a:buNone/>
            </a:pPr>
            <a:r>
              <a:rPr lang="en-US" sz="850" b="1" dirty="0">
                <a:solidFill>
                  <a:srgbClr val="092F53"/>
                </a:solidFill>
                <a:latin typeface="Arial" pitchFamily="34" charset="0"/>
                <a:ea typeface="Arial" pitchFamily="34" charset="-122"/>
                <a:cs typeface="Arial" pitchFamily="34" charset="-120"/>
              </a:rPr>
              <a:t>GPT-3, ChatGPT</a:t>
            </a:r>
            <a:endParaRPr lang="en-US" sz="850" dirty="0"/>
          </a:p>
        </p:txBody>
      </p:sp>
      <p:sp>
        <p:nvSpPr>
          <p:cNvPr id="45" name="Shape 15">
            <a:extLst>
              <a:ext uri="{FF2B5EF4-FFF2-40B4-BE49-F238E27FC236}">
                <a16:creationId xmlns:a16="http://schemas.microsoft.com/office/drawing/2014/main" id="{6E984229-D058-2ACB-A192-9FE1EB6EEBCA}"/>
              </a:ext>
            </a:extLst>
          </p:cNvPr>
          <p:cNvSpPr/>
          <p:nvPr/>
        </p:nvSpPr>
        <p:spPr>
          <a:xfrm>
            <a:off x="1682496" y="2871216"/>
            <a:ext cx="1481328" cy="0"/>
          </a:xfrm>
          <a:prstGeom prst="line">
            <a:avLst/>
          </a:prstGeom>
          <a:noFill/>
          <a:ln w="15875">
            <a:solidFill>
              <a:srgbClr val="B9CBD3"/>
            </a:solidFill>
            <a:prstDash val="dash"/>
          </a:ln>
        </p:spPr>
        <p:txBody>
          <a:bodyPr/>
          <a:lstStyle/>
          <a:p>
            <a:endParaRPr lang="en-US"/>
          </a:p>
        </p:txBody>
      </p:sp>
      <p:sp>
        <p:nvSpPr>
          <p:cNvPr id="47" name="Shape 16">
            <a:extLst>
              <a:ext uri="{FF2B5EF4-FFF2-40B4-BE49-F238E27FC236}">
                <a16:creationId xmlns:a16="http://schemas.microsoft.com/office/drawing/2014/main" id="{968AB6A8-CEA7-1A3F-2320-AA4363823759}"/>
              </a:ext>
            </a:extLst>
          </p:cNvPr>
          <p:cNvSpPr/>
          <p:nvPr/>
        </p:nvSpPr>
        <p:spPr>
          <a:xfrm>
            <a:off x="3264408" y="2615183"/>
            <a:ext cx="512064" cy="512064"/>
          </a:xfrm>
          <a:prstGeom prst="ellipse">
            <a:avLst/>
          </a:prstGeom>
          <a:solidFill>
            <a:schemeClr val="tx1"/>
          </a:solidFill>
          <a:ln/>
        </p:spPr>
        <p:txBody>
          <a:bodyPr/>
          <a:lstStyle/>
          <a:p>
            <a:endParaRPr lang="en-US"/>
          </a:p>
        </p:txBody>
      </p:sp>
      <p:pic>
        <p:nvPicPr>
          <p:cNvPr id="49" name="Image 5" descr="/home/claude/icons/eye_white.png">
            <a:extLst>
              <a:ext uri="{FF2B5EF4-FFF2-40B4-BE49-F238E27FC236}">
                <a16:creationId xmlns:a16="http://schemas.microsoft.com/office/drawing/2014/main" id="{9E9C8ACA-97A6-F59C-0BF9-A2B3CC5669CE}"/>
              </a:ext>
            </a:extLst>
          </p:cNvPr>
          <p:cNvPicPr>
            <a:picLocks noChangeAspect="1"/>
          </p:cNvPicPr>
          <p:nvPr/>
        </p:nvPicPr>
        <p:blipFill>
          <a:blip r:embed="rId8"/>
          <a:stretch>
            <a:fillRect/>
          </a:stretch>
        </p:blipFill>
        <p:spPr>
          <a:xfrm>
            <a:off x="3377184" y="2740659"/>
            <a:ext cx="274320" cy="274320"/>
          </a:xfrm>
          <a:prstGeom prst="rect">
            <a:avLst/>
          </a:prstGeom>
        </p:spPr>
      </p:pic>
      <p:sp>
        <p:nvSpPr>
          <p:cNvPr id="51" name="Text 17">
            <a:extLst>
              <a:ext uri="{FF2B5EF4-FFF2-40B4-BE49-F238E27FC236}">
                <a16:creationId xmlns:a16="http://schemas.microsoft.com/office/drawing/2014/main" id="{08CD7A58-910D-D1EA-E02E-13F4EB4CD145}"/>
              </a:ext>
            </a:extLst>
          </p:cNvPr>
          <p:cNvSpPr/>
          <p:nvPr/>
        </p:nvSpPr>
        <p:spPr>
          <a:xfrm>
            <a:off x="2468880" y="3182112"/>
            <a:ext cx="2011680" cy="502920"/>
          </a:xfrm>
          <a:prstGeom prst="rect">
            <a:avLst/>
          </a:prstGeom>
          <a:noFill/>
          <a:ln/>
        </p:spPr>
        <p:txBody>
          <a:bodyPr wrap="square" rtlCol="0" anchor="ctr"/>
          <a:lstStyle/>
          <a:p>
            <a:pPr marL="0" indent="0" algn="ctr">
              <a:lnSpc>
                <a:spcPct val="105000"/>
              </a:lnSpc>
              <a:buNone/>
            </a:pPr>
            <a:r>
              <a:rPr lang="en-US" sz="850" b="1" dirty="0">
                <a:solidFill>
                  <a:srgbClr val="092F53"/>
                </a:solidFill>
                <a:latin typeface="Arial" pitchFamily="34" charset="0"/>
                <a:ea typeface="Arial" pitchFamily="34" charset="-122"/>
                <a:cs typeface="Arial" pitchFamily="34" charset="-120"/>
              </a:rPr>
              <a:t>Reasoning models</a:t>
            </a:r>
            <a:endParaRPr lang="en-US" sz="850" dirty="0"/>
          </a:p>
          <a:p>
            <a:pPr marL="0" indent="0" algn="ctr">
              <a:lnSpc>
                <a:spcPct val="105000"/>
              </a:lnSpc>
              <a:buNone/>
            </a:pPr>
            <a:r>
              <a:rPr lang="en-US" sz="850" b="1" dirty="0">
                <a:solidFill>
                  <a:srgbClr val="092F53"/>
                </a:solidFill>
                <a:latin typeface="Arial" pitchFamily="34" charset="0"/>
                <a:ea typeface="Arial" pitchFamily="34" charset="-122"/>
                <a:cs typeface="Arial" pitchFamily="34" charset="-120"/>
              </a:rPr>
              <a:t>learn to think</a:t>
            </a:r>
            <a:endParaRPr lang="en-US" sz="850" dirty="0"/>
          </a:p>
        </p:txBody>
      </p:sp>
      <p:sp>
        <p:nvSpPr>
          <p:cNvPr id="53" name="Shape 18">
            <a:extLst>
              <a:ext uri="{FF2B5EF4-FFF2-40B4-BE49-F238E27FC236}">
                <a16:creationId xmlns:a16="http://schemas.microsoft.com/office/drawing/2014/main" id="{D57D8BEE-F511-EB58-81C5-A066EF9CE6BF}"/>
              </a:ext>
            </a:extLst>
          </p:cNvPr>
          <p:cNvSpPr/>
          <p:nvPr/>
        </p:nvSpPr>
        <p:spPr>
          <a:xfrm>
            <a:off x="3785616" y="2871216"/>
            <a:ext cx="1481328" cy="0"/>
          </a:xfrm>
          <a:prstGeom prst="line">
            <a:avLst/>
          </a:prstGeom>
          <a:noFill/>
          <a:ln w="15875">
            <a:solidFill>
              <a:srgbClr val="B9CBD3"/>
            </a:solidFill>
            <a:prstDash val="dash"/>
          </a:ln>
        </p:spPr>
        <p:txBody>
          <a:bodyPr/>
          <a:lstStyle/>
          <a:p>
            <a:endParaRPr lang="en-US"/>
          </a:p>
        </p:txBody>
      </p:sp>
      <p:sp>
        <p:nvSpPr>
          <p:cNvPr id="55" name="Shape 19">
            <a:extLst>
              <a:ext uri="{FF2B5EF4-FFF2-40B4-BE49-F238E27FC236}">
                <a16:creationId xmlns:a16="http://schemas.microsoft.com/office/drawing/2014/main" id="{372ACC74-FB88-7384-0670-5F270D48FA5A}"/>
              </a:ext>
            </a:extLst>
          </p:cNvPr>
          <p:cNvSpPr/>
          <p:nvPr/>
        </p:nvSpPr>
        <p:spPr>
          <a:xfrm>
            <a:off x="5376672" y="2615183"/>
            <a:ext cx="512064" cy="512064"/>
          </a:xfrm>
          <a:prstGeom prst="ellipse">
            <a:avLst/>
          </a:prstGeom>
          <a:solidFill>
            <a:schemeClr val="tx1"/>
          </a:solidFill>
          <a:ln/>
        </p:spPr>
        <p:txBody>
          <a:bodyPr/>
          <a:lstStyle/>
          <a:p>
            <a:endParaRPr lang="en-US"/>
          </a:p>
        </p:txBody>
      </p:sp>
      <p:pic>
        <p:nvPicPr>
          <p:cNvPr id="57" name="Image 6" descr="/home/claude/icons/gitmerge_white.png">
            <a:extLst>
              <a:ext uri="{FF2B5EF4-FFF2-40B4-BE49-F238E27FC236}">
                <a16:creationId xmlns:a16="http://schemas.microsoft.com/office/drawing/2014/main" id="{F431319E-9222-3426-0985-6608ED52179B}"/>
              </a:ext>
            </a:extLst>
          </p:cNvPr>
          <p:cNvPicPr>
            <a:picLocks noChangeAspect="1"/>
          </p:cNvPicPr>
          <p:nvPr/>
        </p:nvPicPr>
        <p:blipFill>
          <a:blip r:embed="rId9"/>
          <a:stretch>
            <a:fillRect/>
          </a:stretch>
        </p:blipFill>
        <p:spPr>
          <a:xfrm>
            <a:off x="5495544" y="2752344"/>
            <a:ext cx="274320" cy="274320"/>
          </a:xfrm>
          <a:prstGeom prst="rect">
            <a:avLst/>
          </a:prstGeom>
        </p:spPr>
      </p:pic>
      <p:sp>
        <p:nvSpPr>
          <p:cNvPr id="59" name="Text 20">
            <a:extLst>
              <a:ext uri="{FF2B5EF4-FFF2-40B4-BE49-F238E27FC236}">
                <a16:creationId xmlns:a16="http://schemas.microsoft.com/office/drawing/2014/main" id="{E9EF8D6C-F602-421B-D9B8-997289B57EB0}"/>
              </a:ext>
            </a:extLst>
          </p:cNvPr>
          <p:cNvSpPr/>
          <p:nvPr/>
        </p:nvSpPr>
        <p:spPr>
          <a:xfrm>
            <a:off x="4572000" y="3182112"/>
            <a:ext cx="2011680" cy="502920"/>
          </a:xfrm>
          <a:prstGeom prst="rect">
            <a:avLst/>
          </a:prstGeom>
          <a:noFill/>
          <a:ln/>
        </p:spPr>
        <p:txBody>
          <a:bodyPr wrap="square" rtlCol="0" anchor="ctr"/>
          <a:lstStyle/>
          <a:p>
            <a:pPr marL="0" indent="0" algn="ctr">
              <a:lnSpc>
                <a:spcPct val="105000"/>
              </a:lnSpc>
              <a:buNone/>
            </a:pPr>
            <a:r>
              <a:rPr lang="en-US" sz="850" b="1" dirty="0">
                <a:solidFill>
                  <a:srgbClr val="092F53"/>
                </a:solidFill>
                <a:latin typeface="Arial" pitchFamily="34" charset="0"/>
                <a:ea typeface="Arial" pitchFamily="34" charset="-122"/>
                <a:cs typeface="Arial" pitchFamily="34" charset="-120"/>
              </a:rPr>
              <a:t>Agentic AI:</a:t>
            </a:r>
            <a:endParaRPr lang="en-US" sz="850" dirty="0"/>
          </a:p>
          <a:p>
            <a:pPr marL="0" indent="0" algn="ctr">
              <a:lnSpc>
                <a:spcPct val="105000"/>
              </a:lnSpc>
              <a:buNone/>
            </a:pPr>
            <a:r>
              <a:rPr lang="en-US" sz="850" b="1" dirty="0">
                <a:solidFill>
                  <a:srgbClr val="092F53"/>
                </a:solidFill>
                <a:latin typeface="Arial" pitchFamily="34" charset="0"/>
                <a:ea typeface="Arial" pitchFamily="34" charset="-122"/>
                <a:cs typeface="Arial" pitchFamily="34" charset="-120"/>
              </a:rPr>
              <a:t>tools in a loop</a:t>
            </a:r>
            <a:endParaRPr lang="en-US" sz="850" dirty="0"/>
          </a:p>
        </p:txBody>
      </p:sp>
      <p:sp>
        <p:nvSpPr>
          <p:cNvPr id="61" name="Shape 21">
            <a:extLst>
              <a:ext uri="{FF2B5EF4-FFF2-40B4-BE49-F238E27FC236}">
                <a16:creationId xmlns:a16="http://schemas.microsoft.com/office/drawing/2014/main" id="{AE2E3D3A-DA05-C695-B67A-20222A835F2C}"/>
              </a:ext>
            </a:extLst>
          </p:cNvPr>
          <p:cNvSpPr/>
          <p:nvPr/>
        </p:nvSpPr>
        <p:spPr>
          <a:xfrm>
            <a:off x="5888736" y="2871216"/>
            <a:ext cx="1481328" cy="0"/>
          </a:xfrm>
          <a:prstGeom prst="line">
            <a:avLst/>
          </a:prstGeom>
          <a:noFill/>
          <a:ln w="15875">
            <a:solidFill>
              <a:srgbClr val="B9CBD3"/>
            </a:solidFill>
            <a:prstDash val="dash"/>
          </a:ln>
        </p:spPr>
        <p:txBody>
          <a:bodyPr/>
          <a:lstStyle/>
          <a:p>
            <a:endParaRPr lang="en-US"/>
          </a:p>
        </p:txBody>
      </p:sp>
      <p:sp>
        <p:nvSpPr>
          <p:cNvPr id="63" name="Shape 22">
            <a:extLst>
              <a:ext uri="{FF2B5EF4-FFF2-40B4-BE49-F238E27FC236}">
                <a16:creationId xmlns:a16="http://schemas.microsoft.com/office/drawing/2014/main" id="{C7B54675-4644-AB5C-AD26-D171C6DE271B}"/>
              </a:ext>
            </a:extLst>
          </p:cNvPr>
          <p:cNvSpPr/>
          <p:nvPr/>
        </p:nvSpPr>
        <p:spPr>
          <a:xfrm>
            <a:off x="7469124" y="2621787"/>
            <a:ext cx="512064" cy="512064"/>
          </a:xfrm>
          <a:prstGeom prst="ellipse">
            <a:avLst/>
          </a:prstGeom>
          <a:solidFill>
            <a:schemeClr val="tx1"/>
          </a:solidFill>
          <a:ln/>
        </p:spPr>
        <p:txBody>
          <a:bodyPr/>
          <a:lstStyle/>
          <a:p>
            <a:endParaRPr lang="en-US"/>
          </a:p>
        </p:txBody>
      </p:sp>
      <p:pic>
        <p:nvPicPr>
          <p:cNvPr id="449" name="Image 7" descr="/home/claude/icons/branch_white.png">
            <a:extLst>
              <a:ext uri="{FF2B5EF4-FFF2-40B4-BE49-F238E27FC236}">
                <a16:creationId xmlns:a16="http://schemas.microsoft.com/office/drawing/2014/main" id="{5DA169EC-BD81-FC01-D150-4EDBAFF3E112}"/>
              </a:ext>
            </a:extLst>
          </p:cNvPr>
          <p:cNvPicPr>
            <a:picLocks noChangeAspect="1"/>
          </p:cNvPicPr>
          <p:nvPr/>
        </p:nvPicPr>
        <p:blipFill>
          <a:blip r:embed="rId10"/>
          <a:stretch>
            <a:fillRect/>
          </a:stretch>
        </p:blipFill>
        <p:spPr>
          <a:xfrm>
            <a:off x="7589520" y="2734056"/>
            <a:ext cx="274320" cy="274320"/>
          </a:xfrm>
          <a:prstGeom prst="rect">
            <a:avLst/>
          </a:prstGeom>
        </p:spPr>
      </p:pic>
      <p:sp>
        <p:nvSpPr>
          <p:cNvPr id="451" name="Text 23">
            <a:extLst>
              <a:ext uri="{FF2B5EF4-FFF2-40B4-BE49-F238E27FC236}">
                <a16:creationId xmlns:a16="http://schemas.microsoft.com/office/drawing/2014/main" id="{58D18EF8-E15A-3F82-1E38-537B414890C1}"/>
              </a:ext>
            </a:extLst>
          </p:cNvPr>
          <p:cNvSpPr/>
          <p:nvPr/>
        </p:nvSpPr>
        <p:spPr>
          <a:xfrm>
            <a:off x="6718455" y="3163824"/>
            <a:ext cx="2011680" cy="502920"/>
          </a:xfrm>
          <a:prstGeom prst="rect">
            <a:avLst/>
          </a:prstGeom>
          <a:noFill/>
          <a:ln/>
        </p:spPr>
        <p:txBody>
          <a:bodyPr wrap="square" rtlCol="0" anchor="ctr"/>
          <a:lstStyle/>
          <a:p>
            <a:pPr marL="0" indent="0" algn="ctr">
              <a:lnSpc>
                <a:spcPct val="105000"/>
              </a:lnSpc>
              <a:buNone/>
            </a:pPr>
            <a:r>
              <a:rPr lang="en-US" sz="850" b="1" dirty="0">
                <a:solidFill>
                  <a:srgbClr val="092F53"/>
                </a:solidFill>
                <a:latin typeface="Arial" pitchFamily="34" charset="0"/>
                <a:ea typeface="Arial" pitchFamily="34" charset="-122"/>
                <a:cs typeface="Arial" pitchFamily="34" charset="-120"/>
              </a:rPr>
              <a:t>Multi-agent</a:t>
            </a:r>
            <a:endParaRPr lang="en-US" sz="850" dirty="0"/>
          </a:p>
          <a:p>
            <a:pPr marL="0" indent="0" algn="ctr">
              <a:lnSpc>
                <a:spcPct val="105000"/>
              </a:lnSpc>
              <a:buNone/>
            </a:pPr>
            <a:r>
              <a:rPr lang="en-US" sz="850" b="1" dirty="0">
                <a:solidFill>
                  <a:srgbClr val="092F53"/>
                </a:solidFill>
                <a:latin typeface="Arial" pitchFamily="34" charset="0"/>
                <a:ea typeface="Arial" pitchFamily="34" charset="-122"/>
                <a:cs typeface="Arial" pitchFamily="34" charset="-120"/>
              </a:rPr>
              <a:t>systems &amp; MCP</a:t>
            </a:r>
            <a:endParaRPr lang="en-US" sz="850" dirty="0"/>
          </a:p>
        </p:txBody>
      </p:sp>
      <p:sp>
        <p:nvSpPr>
          <p:cNvPr id="453" name="Shape 24">
            <a:extLst>
              <a:ext uri="{FF2B5EF4-FFF2-40B4-BE49-F238E27FC236}">
                <a16:creationId xmlns:a16="http://schemas.microsoft.com/office/drawing/2014/main" id="{9577276C-8055-0C0D-C63A-418B3B29E741}"/>
              </a:ext>
            </a:extLst>
          </p:cNvPr>
          <p:cNvSpPr/>
          <p:nvPr/>
        </p:nvSpPr>
        <p:spPr>
          <a:xfrm flipH="1">
            <a:off x="7680960" y="1746504"/>
            <a:ext cx="45720" cy="868680"/>
          </a:xfrm>
          <a:prstGeom prst="line">
            <a:avLst/>
          </a:prstGeom>
          <a:noFill/>
          <a:ln w="15875">
            <a:solidFill>
              <a:srgbClr val="B9CBD3"/>
            </a:solidFill>
            <a:prstDash val="dash"/>
          </a:ln>
        </p:spPr>
        <p:txBody>
          <a:bodyPr/>
          <a:lstStyle/>
          <a:p>
            <a:endParaRPr lang="en-US"/>
          </a:p>
        </p:txBody>
      </p:sp>
      <p:sp>
        <p:nvSpPr>
          <p:cNvPr id="455" name="Shape 25">
            <a:extLst>
              <a:ext uri="{FF2B5EF4-FFF2-40B4-BE49-F238E27FC236}">
                <a16:creationId xmlns:a16="http://schemas.microsoft.com/office/drawing/2014/main" id="{1591AED5-B19E-6A5F-C8A3-1066C065EFD9}"/>
              </a:ext>
            </a:extLst>
          </p:cNvPr>
          <p:cNvSpPr/>
          <p:nvPr/>
        </p:nvSpPr>
        <p:spPr>
          <a:xfrm>
            <a:off x="548640" y="4187952"/>
            <a:ext cx="8412480" cy="585216"/>
          </a:xfrm>
          <a:prstGeom prst="roundRect">
            <a:avLst>
              <a:gd name="adj" fmla="val 12500"/>
            </a:avLst>
          </a:prstGeom>
          <a:solidFill>
            <a:schemeClr val="tx2">
              <a:lumMod val="85000"/>
            </a:schemeClr>
          </a:solidFill>
          <a:ln/>
        </p:spPr>
        <p:txBody>
          <a:bodyPr/>
          <a:lstStyle/>
          <a:p>
            <a:endParaRPr lang="en-US"/>
          </a:p>
        </p:txBody>
      </p:sp>
      <p:sp>
        <p:nvSpPr>
          <p:cNvPr id="457" name="Shape 26">
            <a:extLst>
              <a:ext uri="{FF2B5EF4-FFF2-40B4-BE49-F238E27FC236}">
                <a16:creationId xmlns:a16="http://schemas.microsoft.com/office/drawing/2014/main" id="{DE5A157E-40CF-9599-EBDB-85029C550FB5}"/>
              </a:ext>
            </a:extLst>
          </p:cNvPr>
          <p:cNvSpPr/>
          <p:nvPr/>
        </p:nvSpPr>
        <p:spPr>
          <a:xfrm>
            <a:off x="676656" y="4288536"/>
            <a:ext cx="384048" cy="384048"/>
          </a:xfrm>
          <a:prstGeom prst="ellipse">
            <a:avLst/>
          </a:prstGeom>
          <a:solidFill>
            <a:schemeClr val="tx1"/>
          </a:solidFill>
          <a:ln/>
        </p:spPr>
        <p:txBody>
          <a:bodyPr/>
          <a:lstStyle/>
          <a:p>
            <a:endParaRPr lang="en-US"/>
          </a:p>
        </p:txBody>
      </p:sp>
      <p:pic>
        <p:nvPicPr>
          <p:cNvPr id="459" name="Image 8" descr="/home/claude/icons/activity_white.png">
            <a:extLst>
              <a:ext uri="{FF2B5EF4-FFF2-40B4-BE49-F238E27FC236}">
                <a16:creationId xmlns:a16="http://schemas.microsoft.com/office/drawing/2014/main" id="{2672F953-E4A6-7384-B8CA-F273EF815D1E}"/>
              </a:ext>
            </a:extLst>
          </p:cNvPr>
          <p:cNvPicPr>
            <a:picLocks noChangeAspect="1"/>
          </p:cNvPicPr>
          <p:nvPr/>
        </p:nvPicPr>
        <p:blipFill>
          <a:blip r:embed="rId4"/>
          <a:stretch>
            <a:fillRect/>
          </a:stretch>
        </p:blipFill>
        <p:spPr>
          <a:xfrm>
            <a:off x="760984" y="4393692"/>
            <a:ext cx="219456" cy="219456"/>
          </a:xfrm>
          <a:prstGeom prst="rect">
            <a:avLst/>
          </a:prstGeom>
        </p:spPr>
      </p:pic>
      <p:sp>
        <p:nvSpPr>
          <p:cNvPr id="461" name="Text 27">
            <a:extLst>
              <a:ext uri="{FF2B5EF4-FFF2-40B4-BE49-F238E27FC236}">
                <a16:creationId xmlns:a16="http://schemas.microsoft.com/office/drawing/2014/main" id="{EF756B6D-9647-D872-5EA8-A981BBCA37D8}"/>
              </a:ext>
            </a:extLst>
          </p:cNvPr>
          <p:cNvSpPr/>
          <p:nvPr/>
        </p:nvSpPr>
        <p:spPr>
          <a:xfrm>
            <a:off x="1188720" y="4224528"/>
            <a:ext cx="7589520" cy="512064"/>
          </a:xfrm>
          <a:prstGeom prst="rect">
            <a:avLst/>
          </a:prstGeom>
          <a:noFill/>
          <a:ln/>
        </p:spPr>
        <p:txBody>
          <a:bodyPr wrap="square" rtlCol="0" anchor="ctr"/>
          <a:lstStyle/>
          <a:p>
            <a:r>
              <a:rPr lang="en-US" sz="1000" b="1" dirty="0">
                <a:solidFill>
                  <a:srgbClr val="092F53"/>
                </a:solidFill>
                <a:latin typeface="Aptos" panose="020B0004020202020204" pitchFamily="34" charset="0"/>
                <a:ea typeface="Arial" pitchFamily="34" charset="-122"/>
                <a:cs typeface="Arial" pitchFamily="34" charset="-120"/>
              </a:rPr>
              <a:t>Fun fact</a:t>
            </a:r>
            <a:r>
              <a:rPr lang="en-US" sz="1000" dirty="0">
                <a:solidFill>
                  <a:srgbClr val="092F53"/>
                </a:solidFill>
                <a:latin typeface="Aptos" panose="020B0004020202020204" pitchFamily="34" charset="0"/>
                <a:ea typeface="Arial" pitchFamily="34" charset="-122"/>
                <a:cs typeface="Arial" pitchFamily="34" charset="-120"/>
              </a:rPr>
              <a:t>: </a:t>
            </a:r>
            <a:r>
              <a:rPr lang="en-US" sz="1000" dirty="0">
                <a:latin typeface="Aptos" panose="020B0004020202020204" pitchFamily="34" charset="0"/>
              </a:rPr>
              <a:t>DeepMind's DQN learned to play Atari games just by looking at the game screen and its score. Nobody told it the rules or how to play but it figured things out through trial and error, much like a human learning a new game.</a:t>
            </a:r>
          </a:p>
        </p:txBody>
      </p:sp>
      <p:sp>
        <p:nvSpPr>
          <p:cNvPr id="467" name="Text 29">
            <a:extLst>
              <a:ext uri="{FF2B5EF4-FFF2-40B4-BE49-F238E27FC236}">
                <a16:creationId xmlns:a16="http://schemas.microsoft.com/office/drawing/2014/main" id="{DDA3B33F-EDBB-EFF6-8289-205470AEB69D}"/>
              </a:ext>
            </a:extLst>
          </p:cNvPr>
          <p:cNvSpPr/>
          <p:nvPr/>
        </p:nvSpPr>
        <p:spPr>
          <a:xfrm>
            <a:off x="8503920" y="4850892"/>
            <a:ext cx="457200" cy="228600"/>
          </a:xfrm>
          <a:prstGeom prst="rect">
            <a:avLst/>
          </a:prstGeom>
          <a:noFill/>
          <a:ln/>
        </p:spPr>
        <p:txBody>
          <a:bodyPr wrap="square" lIns="0" tIns="0" rIns="0" bIns="0" rtlCol="0" anchor="ctr"/>
          <a:lstStyle/>
          <a:p>
            <a:pPr marL="0" indent="0" algn="r">
              <a:buNone/>
            </a:pPr>
            <a:r>
              <a:rPr lang="en-US" sz="850" dirty="0">
                <a:solidFill>
                  <a:srgbClr val="9AA7B0"/>
                </a:solidFill>
                <a:latin typeface="Arial" pitchFamily="34" charset="0"/>
                <a:ea typeface="Arial" pitchFamily="34" charset="-122"/>
                <a:cs typeface="Arial" pitchFamily="34" charset="-120"/>
              </a:rPr>
              <a:t>07</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15" name="Text 1">
            <a:extLst>
              <a:ext uri="{FF2B5EF4-FFF2-40B4-BE49-F238E27FC236}">
                <a16:creationId xmlns:a16="http://schemas.microsoft.com/office/drawing/2014/main" id="{AE19BD08-25F6-6DE0-439C-7130BC5E72D2}"/>
              </a:ext>
            </a:extLst>
          </p:cNvPr>
          <p:cNvSpPr/>
          <p:nvPr/>
        </p:nvSpPr>
        <p:spPr>
          <a:xfrm>
            <a:off x="932688" y="144018"/>
            <a:ext cx="8412480" cy="502920"/>
          </a:xfrm>
          <a:prstGeom prst="rect">
            <a:avLst/>
          </a:prstGeom>
          <a:noFill/>
          <a:ln/>
        </p:spPr>
        <p:txBody>
          <a:bodyPr wrap="square" lIns="0" tIns="0" rIns="0" bIns="0" rtlCol="0" anchor="ctr"/>
          <a:lstStyle/>
          <a:p>
            <a:pPr marL="0" indent="0">
              <a:buNone/>
            </a:pPr>
            <a:r>
              <a:rPr lang="en-US" sz="2300" b="1" dirty="0">
                <a:solidFill>
                  <a:srgbClr val="092F53"/>
                </a:solidFill>
                <a:latin typeface="Cambria" pitchFamily="34" charset="0"/>
                <a:ea typeface="Cambria" pitchFamily="34" charset="-122"/>
                <a:cs typeface="Cambria" pitchFamily="34" charset="-120"/>
              </a:rPr>
              <a:t>LLMs, Agents &amp; Agentic AI: What Changes?</a:t>
            </a:r>
            <a:endParaRPr lang="en-US" sz="2300" dirty="0"/>
          </a:p>
        </p:txBody>
      </p:sp>
      <p:sp>
        <p:nvSpPr>
          <p:cNvPr id="17" name="Shape 2">
            <a:extLst>
              <a:ext uri="{FF2B5EF4-FFF2-40B4-BE49-F238E27FC236}">
                <a16:creationId xmlns:a16="http://schemas.microsoft.com/office/drawing/2014/main" id="{F6378B89-4178-1CEA-4B5F-B617540BC69C}"/>
              </a:ext>
            </a:extLst>
          </p:cNvPr>
          <p:cNvSpPr/>
          <p:nvPr/>
        </p:nvSpPr>
        <p:spPr>
          <a:xfrm>
            <a:off x="876300" y="1066767"/>
            <a:ext cx="2075531" cy="1783080"/>
          </a:xfrm>
          <a:prstGeom prst="roundRect">
            <a:avLst>
              <a:gd name="adj" fmla="val 3590"/>
            </a:avLst>
          </a:prstGeom>
          <a:solidFill>
            <a:srgbClr val="FFFFFF"/>
          </a:solidFill>
          <a:ln w="9525">
            <a:solidFill>
              <a:srgbClr val="DDE6EA"/>
            </a:solidFill>
            <a:prstDash val="solid"/>
          </a:ln>
        </p:spPr>
        <p:txBody>
          <a:bodyPr/>
          <a:lstStyle/>
          <a:p>
            <a:endParaRPr lang="en-US"/>
          </a:p>
        </p:txBody>
      </p:sp>
      <p:sp>
        <p:nvSpPr>
          <p:cNvPr id="19" name="Shape 3">
            <a:extLst>
              <a:ext uri="{FF2B5EF4-FFF2-40B4-BE49-F238E27FC236}">
                <a16:creationId xmlns:a16="http://schemas.microsoft.com/office/drawing/2014/main" id="{E575EDDE-D3C7-03EA-F155-6C9D940B7ABD}"/>
              </a:ext>
            </a:extLst>
          </p:cNvPr>
          <p:cNvSpPr/>
          <p:nvPr/>
        </p:nvSpPr>
        <p:spPr>
          <a:xfrm>
            <a:off x="1004570" y="1182337"/>
            <a:ext cx="457200" cy="457200"/>
          </a:xfrm>
          <a:prstGeom prst="ellipse">
            <a:avLst/>
          </a:prstGeom>
          <a:solidFill>
            <a:srgbClr val="092F53"/>
          </a:solidFill>
          <a:ln/>
        </p:spPr>
        <p:txBody>
          <a:bodyPr/>
          <a:lstStyle/>
          <a:p>
            <a:endParaRPr lang="en-US"/>
          </a:p>
        </p:txBody>
      </p:sp>
      <p:pic>
        <p:nvPicPr>
          <p:cNvPr id="21" name="Image 0" descr="/home/claude/icons/message_white.png">
            <a:extLst>
              <a:ext uri="{FF2B5EF4-FFF2-40B4-BE49-F238E27FC236}">
                <a16:creationId xmlns:a16="http://schemas.microsoft.com/office/drawing/2014/main" id="{C647D15E-29E4-A779-B9FE-D851230A64C7}"/>
              </a:ext>
            </a:extLst>
          </p:cNvPr>
          <p:cNvPicPr>
            <a:picLocks noChangeAspect="1"/>
          </p:cNvPicPr>
          <p:nvPr/>
        </p:nvPicPr>
        <p:blipFill>
          <a:blip r:embed="rId2"/>
          <a:stretch>
            <a:fillRect/>
          </a:stretch>
        </p:blipFill>
        <p:spPr>
          <a:xfrm>
            <a:off x="1114298" y="1276571"/>
            <a:ext cx="237744" cy="237744"/>
          </a:xfrm>
          <a:prstGeom prst="rect">
            <a:avLst/>
          </a:prstGeom>
        </p:spPr>
      </p:pic>
      <p:sp>
        <p:nvSpPr>
          <p:cNvPr id="23" name="Text 4">
            <a:extLst>
              <a:ext uri="{FF2B5EF4-FFF2-40B4-BE49-F238E27FC236}">
                <a16:creationId xmlns:a16="http://schemas.microsoft.com/office/drawing/2014/main" id="{C7D6B18F-20E7-CE16-A6BF-191B3A5A84B6}"/>
              </a:ext>
            </a:extLst>
          </p:cNvPr>
          <p:cNvSpPr/>
          <p:nvPr/>
        </p:nvSpPr>
        <p:spPr>
          <a:xfrm>
            <a:off x="1448372" y="1228057"/>
            <a:ext cx="2971800" cy="365760"/>
          </a:xfrm>
          <a:prstGeom prst="rect">
            <a:avLst/>
          </a:prstGeom>
          <a:noFill/>
          <a:ln/>
        </p:spPr>
        <p:txBody>
          <a:bodyPr wrap="square" rtlCol="0" anchor="ctr"/>
          <a:lstStyle/>
          <a:p>
            <a:pPr marL="0" indent="0">
              <a:buNone/>
            </a:pPr>
            <a:r>
              <a:rPr lang="en-US" sz="1600" b="1" dirty="0">
                <a:solidFill>
                  <a:srgbClr val="092F53"/>
                </a:solidFill>
                <a:latin typeface="Cambria" pitchFamily="34" charset="0"/>
                <a:ea typeface="Cambria" pitchFamily="34" charset="-122"/>
                <a:cs typeface="Cambria" pitchFamily="34" charset="-120"/>
              </a:rPr>
              <a:t>LLM</a:t>
            </a:r>
            <a:endParaRPr lang="en-US" sz="1600" dirty="0"/>
          </a:p>
        </p:txBody>
      </p:sp>
      <p:sp>
        <p:nvSpPr>
          <p:cNvPr id="25" name="Text 5">
            <a:extLst>
              <a:ext uri="{FF2B5EF4-FFF2-40B4-BE49-F238E27FC236}">
                <a16:creationId xmlns:a16="http://schemas.microsoft.com/office/drawing/2014/main" id="{0C696144-EE74-DEC7-6E8C-69EA3E517754}"/>
              </a:ext>
            </a:extLst>
          </p:cNvPr>
          <p:cNvSpPr/>
          <p:nvPr/>
        </p:nvSpPr>
        <p:spPr>
          <a:xfrm>
            <a:off x="946676" y="1771937"/>
            <a:ext cx="1860390" cy="822960"/>
          </a:xfrm>
          <a:prstGeom prst="rect">
            <a:avLst/>
          </a:prstGeom>
          <a:noFill/>
          <a:ln/>
        </p:spPr>
        <p:txBody>
          <a:bodyPr wrap="square" rtlCol="0" anchor="ctr"/>
          <a:lstStyle/>
          <a:p>
            <a:pPr marL="0" indent="0" algn="just">
              <a:lnSpc>
                <a:spcPct val="120000"/>
              </a:lnSpc>
              <a:buNone/>
            </a:pPr>
            <a:r>
              <a:rPr lang="en-US" sz="950" dirty="0">
                <a:solidFill>
                  <a:srgbClr val="5B6B77"/>
                </a:solidFill>
                <a:latin typeface="Arial" pitchFamily="34" charset="0"/>
                <a:ea typeface="Arial" pitchFamily="34" charset="-122"/>
                <a:cs typeface="Arial" pitchFamily="34" charset="-120"/>
              </a:rPr>
              <a:t>Takes a prompt, generates a response, and stops. No memory, no tools, no way to check its own work or act on the world.</a:t>
            </a:r>
            <a:endParaRPr lang="en-US" sz="950" dirty="0"/>
          </a:p>
        </p:txBody>
      </p:sp>
      <p:sp>
        <p:nvSpPr>
          <p:cNvPr id="27" name="Shape 6">
            <a:extLst>
              <a:ext uri="{FF2B5EF4-FFF2-40B4-BE49-F238E27FC236}">
                <a16:creationId xmlns:a16="http://schemas.microsoft.com/office/drawing/2014/main" id="{2EFB85D1-1B91-9190-28F5-834888B84546}"/>
              </a:ext>
            </a:extLst>
          </p:cNvPr>
          <p:cNvSpPr/>
          <p:nvPr/>
        </p:nvSpPr>
        <p:spPr>
          <a:xfrm>
            <a:off x="3566217" y="1071339"/>
            <a:ext cx="2075531" cy="1783080"/>
          </a:xfrm>
          <a:prstGeom prst="roundRect">
            <a:avLst>
              <a:gd name="adj" fmla="val 3590"/>
            </a:avLst>
          </a:prstGeom>
          <a:solidFill>
            <a:schemeClr val="bg2">
              <a:lumMod val="50000"/>
            </a:schemeClr>
          </a:solidFill>
          <a:ln/>
        </p:spPr>
        <p:txBody>
          <a:bodyPr/>
          <a:lstStyle/>
          <a:p>
            <a:endParaRPr lang="en-US"/>
          </a:p>
        </p:txBody>
      </p:sp>
      <p:sp>
        <p:nvSpPr>
          <p:cNvPr id="29" name="Shape 7">
            <a:extLst>
              <a:ext uri="{FF2B5EF4-FFF2-40B4-BE49-F238E27FC236}">
                <a16:creationId xmlns:a16="http://schemas.microsoft.com/office/drawing/2014/main" id="{B8B88D4E-F688-159A-72B0-078A17BBA215}"/>
              </a:ext>
            </a:extLst>
          </p:cNvPr>
          <p:cNvSpPr/>
          <p:nvPr/>
        </p:nvSpPr>
        <p:spPr>
          <a:xfrm>
            <a:off x="3760303" y="1169604"/>
            <a:ext cx="457200" cy="457200"/>
          </a:xfrm>
          <a:prstGeom prst="ellipse">
            <a:avLst/>
          </a:prstGeom>
          <a:solidFill>
            <a:schemeClr val="bg1">
              <a:lumMod val="25000"/>
            </a:schemeClr>
          </a:solidFill>
          <a:ln/>
        </p:spPr>
        <p:txBody>
          <a:bodyPr/>
          <a:lstStyle/>
          <a:p>
            <a:endParaRPr lang="en-US"/>
          </a:p>
        </p:txBody>
      </p:sp>
      <p:pic>
        <p:nvPicPr>
          <p:cNvPr id="31" name="Image 1" descr="/home/claude/icons/gitmerge_white.png">
            <a:extLst>
              <a:ext uri="{FF2B5EF4-FFF2-40B4-BE49-F238E27FC236}">
                <a16:creationId xmlns:a16="http://schemas.microsoft.com/office/drawing/2014/main" id="{4469EC7F-EF97-B47D-35DC-BCE776EEBED9}"/>
              </a:ext>
            </a:extLst>
          </p:cNvPr>
          <p:cNvPicPr>
            <a:picLocks noChangeAspect="1"/>
          </p:cNvPicPr>
          <p:nvPr/>
        </p:nvPicPr>
        <p:blipFill>
          <a:blip r:embed="rId3"/>
          <a:stretch>
            <a:fillRect/>
          </a:stretch>
        </p:blipFill>
        <p:spPr>
          <a:xfrm>
            <a:off x="3870031" y="1266124"/>
            <a:ext cx="237744" cy="237744"/>
          </a:xfrm>
          <a:prstGeom prst="rect">
            <a:avLst/>
          </a:prstGeom>
        </p:spPr>
      </p:pic>
      <p:sp>
        <p:nvSpPr>
          <p:cNvPr id="33" name="Text 8">
            <a:extLst>
              <a:ext uri="{FF2B5EF4-FFF2-40B4-BE49-F238E27FC236}">
                <a16:creationId xmlns:a16="http://schemas.microsoft.com/office/drawing/2014/main" id="{A9B6CFD0-A618-2231-8E79-9659AF76CBB8}"/>
              </a:ext>
            </a:extLst>
          </p:cNvPr>
          <p:cNvSpPr/>
          <p:nvPr/>
        </p:nvSpPr>
        <p:spPr>
          <a:xfrm>
            <a:off x="4252809" y="1169604"/>
            <a:ext cx="2971800" cy="365760"/>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Agent</a:t>
            </a:r>
            <a:endParaRPr lang="en-US" sz="1600" dirty="0"/>
          </a:p>
        </p:txBody>
      </p:sp>
      <p:sp>
        <p:nvSpPr>
          <p:cNvPr id="35" name="Text 9">
            <a:extLst>
              <a:ext uri="{FF2B5EF4-FFF2-40B4-BE49-F238E27FC236}">
                <a16:creationId xmlns:a16="http://schemas.microsoft.com/office/drawing/2014/main" id="{CD664974-F6F3-7071-286E-6E96275300E8}"/>
              </a:ext>
            </a:extLst>
          </p:cNvPr>
          <p:cNvSpPr/>
          <p:nvPr/>
        </p:nvSpPr>
        <p:spPr>
          <a:xfrm>
            <a:off x="3739968" y="1743357"/>
            <a:ext cx="1728027" cy="822960"/>
          </a:xfrm>
          <a:prstGeom prst="rect">
            <a:avLst/>
          </a:prstGeom>
          <a:noFill/>
          <a:ln/>
        </p:spPr>
        <p:txBody>
          <a:bodyPr wrap="square" rtlCol="0" anchor="ctr"/>
          <a:lstStyle/>
          <a:p>
            <a:pPr marL="0" indent="0" algn="just">
              <a:lnSpc>
                <a:spcPct val="120000"/>
              </a:lnSpc>
              <a:buNone/>
            </a:pPr>
            <a:r>
              <a:rPr lang="en-US" sz="950" dirty="0">
                <a:solidFill>
                  <a:schemeClr val="bg2"/>
                </a:solidFill>
                <a:latin typeface="Arial" pitchFamily="34" charset="0"/>
                <a:ea typeface="Arial" pitchFamily="34" charset="-122"/>
                <a:cs typeface="Arial" pitchFamily="34" charset="-120"/>
              </a:rPr>
              <a:t>Uses that response to decide what's next — calls tools, checks the results, and loops until the goal is actually, verifiably done.</a:t>
            </a:r>
            <a:endParaRPr lang="en-US" sz="950" dirty="0">
              <a:solidFill>
                <a:schemeClr val="bg2"/>
              </a:solidFill>
            </a:endParaRPr>
          </a:p>
        </p:txBody>
      </p:sp>
      <p:sp>
        <p:nvSpPr>
          <p:cNvPr id="37" name="Shape 10">
            <a:extLst>
              <a:ext uri="{FF2B5EF4-FFF2-40B4-BE49-F238E27FC236}">
                <a16:creationId xmlns:a16="http://schemas.microsoft.com/office/drawing/2014/main" id="{CCF78F01-B7EA-8AA0-81D7-7A6C5ED6C5BB}"/>
              </a:ext>
            </a:extLst>
          </p:cNvPr>
          <p:cNvSpPr/>
          <p:nvPr/>
        </p:nvSpPr>
        <p:spPr>
          <a:xfrm>
            <a:off x="3110556" y="1918904"/>
            <a:ext cx="310896" cy="256032"/>
          </a:xfrm>
          <a:prstGeom prst="rightArrow">
            <a:avLst/>
          </a:prstGeom>
          <a:solidFill>
            <a:schemeClr val="tx1"/>
          </a:solidFill>
          <a:ln/>
        </p:spPr>
        <p:txBody>
          <a:bodyPr/>
          <a:lstStyle/>
          <a:p>
            <a:endParaRPr lang="en-US"/>
          </a:p>
        </p:txBody>
      </p:sp>
      <p:sp>
        <p:nvSpPr>
          <p:cNvPr id="39" name="Shape 11">
            <a:extLst>
              <a:ext uri="{FF2B5EF4-FFF2-40B4-BE49-F238E27FC236}">
                <a16:creationId xmlns:a16="http://schemas.microsoft.com/office/drawing/2014/main" id="{55F37241-FBF3-EBD8-7B5A-D3E073E188A4}"/>
              </a:ext>
            </a:extLst>
          </p:cNvPr>
          <p:cNvSpPr/>
          <p:nvPr/>
        </p:nvSpPr>
        <p:spPr>
          <a:xfrm>
            <a:off x="932688" y="3505233"/>
            <a:ext cx="7388352" cy="585216"/>
          </a:xfrm>
          <a:prstGeom prst="roundRect">
            <a:avLst>
              <a:gd name="adj" fmla="val 12500"/>
            </a:avLst>
          </a:prstGeom>
          <a:solidFill>
            <a:schemeClr val="bg2">
              <a:lumMod val="75000"/>
            </a:schemeClr>
          </a:solidFill>
          <a:ln/>
        </p:spPr>
        <p:txBody>
          <a:bodyPr/>
          <a:lstStyle/>
          <a:p>
            <a:endParaRPr lang="en-US"/>
          </a:p>
        </p:txBody>
      </p:sp>
      <p:sp>
        <p:nvSpPr>
          <p:cNvPr id="41" name="Shape 12">
            <a:extLst>
              <a:ext uri="{FF2B5EF4-FFF2-40B4-BE49-F238E27FC236}">
                <a16:creationId xmlns:a16="http://schemas.microsoft.com/office/drawing/2014/main" id="{66BCFB6B-8D6D-EDD8-DC3D-886F4487D389}"/>
              </a:ext>
            </a:extLst>
          </p:cNvPr>
          <p:cNvSpPr/>
          <p:nvPr/>
        </p:nvSpPr>
        <p:spPr>
          <a:xfrm>
            <a:off x="996061" y="3584337"/>
            <a:ext cx="384048" cy="384048"/>
          </a:xfrm>
          <a:prstGeom prst="ellipse">
            <a:avLst/>
          </a:prstGeom>
          <a:solidFill>
            <a:schemeClr val="tx1"/>
          </a:solidFill>
          <a:ln/>
        </p:spPr>
        <p:txBody>
          <a:bodyPr/>
          <a:lstStyle/>
          <a:p>
            <a:endParaRPr lang="en-US"/>
          </a:p>
        </p:txBody>
      </p:sp>
      <p:pic>
        <p:nvPicPr>
          <p:cNvPr id="43" name="Image 2" descr="/home/claude/icons/message_white.png">
            <a:extLst>
              <a:ext uri="{FF2B5EF4-FFF2-40B4-BE49-F238E27FC236}">
                <a16:creationId xmlns:a16="http://schemas.microsoft.com/office/drawing/2014/main" id="{C2E13440-28FF-3E1E-5186-93578589F095}"/>
              </a:ext>
            </a:extLst>
          </p:cNvPr>
          <p:cNvPicPr>
            <a:picLocks noChangeAspect="1"/>
          </p:cNvPicPr>
          <p:nvPr/>
        </p:nvPicPr>
        <p:blipFill>
          <a:blip r:embed="rId2"/>
          <a:stretch>
            <a:fillRect/>
          </a:stretch>
        </p:blipFill>
        <p:spPr>
          <a:xfrm>
            <a:off x="1078358" y="3654364"/>
            <a:ext cx="219456" cy="219456"/>
          </a:xfrm>
          <a:prstGeom prst="rect">
            <a:avLst/>
          </a:prstGeom>
        </p:spPr>
      </p:pic>
      <p:sp>
        <p:nvSpPr>
          <p:cNvPr id="45" name="Text 13">
            <a:extLst>
              <a:ext uri="{FF2B5EF4-FFF2-40B4-BE49-F238E27FC236}">
                <a16:creationId xmlns:a16="http://schemas.microsoft.com/office/drawing/2014/main" id="{226AD4DE-6610-3764-B190-D9E7D93D6AC9}"/>
              </a:ext>
            </a:extLst>
          </p:cNvPr>
          <p:cNvSpPr/>
          <p:nvPr/>
        </p:nvSpPr>
        <p:spPr>
          <a:xfrm>
            <a:off x="1343532" y="3541809"/>
            <a:ext cx="6922643" cy="512064"/>
          </a:xfrm>
          <a:prstGeom prst="rect">
            <a:avLst/>
          </a:prstGeom>
          <a:noFill/>
          <a:ln/>
        </p:spPr>
        <p:txBody>
          <a:bodyPr wrap="square" rtlCol="0" anchor="ctr"/>
          <a:lstStyle/>
          <a:p>
            <a:pPr marL="0" indent="0" algn="just">
              <a:lnSpc>
                <a:spcPct val="105000"/>
              </a:lnSpc>
              <a:buNone/>
            </a:pPr>
            <a:r>
              <a:rPr lang="en-US" sz="1000" b="1" dirty="0">
                <a:solidFill>
                  <a:srgbClr val="092F53"/>
                </a:solidFill>
                <a:latin typeface="Aptos" panose="020B0004020202020204" pitchFamily="34" charset="0"/>
                <a:ea typeface="Arial" pitchFamily="34" charset="-122"/>
                <a:cs typeface="Arial" pitchFamily="34" charset="-120"/>
              </a:rPr>
              <a:t>Fun fact:  </a:t>
            </a:r>
            <a:r>
              <a:rPr lang="en-US" sz="1000" dirty="0">
                <a:solidFill>
                  <a:schemeClr val="bg1">
                    <a:lumMod val="10000"/>
                  </a:schemeClr>
                </a:solidFill>
                <a:latin typeface="Aptos" panose="020B0004020202020204" pitchFamily="34" charset="0"/>
                <a:ea typeface="Arial" pitchFamily="34" charset="-122"/>
                <a:cs typeface="Arial" pitchFamily="34" charset="-120"/>
              </a:rPr>
              <a:t>The world's first chatbot, ELIZA (1966), could just about pass for a therapist — but it couldn't loop, call a tool, or verify its own answer. That loop is the one ingredient that turns a chatbot into an agent.</a:t>
            </a:r>
            <a:endParaRPr lang="en-US" sz="1000" dirty="0">
              <a:solidFill>
                <a:schemeClr val="bg1">
                  <a:lumMod val="10000"/>
                </a:schemeClr>
              </a:solidFill>
              <a:latin typeface="Aptos" panose="020B0004020202020204" pitchFamily="34" charset="0"/>
            </a:endParaRPr>
          </a:p>
        </p:txBody>
      </p:sp>
      <p:sp>
        <p:nvSpPr>
          <p:cNvPr id="51" name="Text 15">
            <a:extLst>
              <a:ext uri="{FF2B5EF4-FFF2-40B4-BE49-F238E27FC236}">
                <a16:creationId xmlns:a16="http://schemas.microsoft.com/office/drawing/2014/main" id="{EB6BDCA2-0AEF-79F8-2425-1BA9AAF2A31D}"/>
              </a:ext>
            </a:extLst>
          </p:cNvPr>
          <p:cNvSpPr/>
          <p:nvPr/>
        </p:nvSpPr>
        <p:spPr>
          <a:xfrm>
            <a:off x="8503920" y="4850892"/>
            <a:ext cx="457200" cy="228600"/>
          </a:xfrm>
          <a:prstGeom prst="rect">
            <a:avLst/>
          </a:prstGeom>
          <a:noFill/>
          <a:ln/>
        </p:spPr>
        <p:txBody>
          <a:bodyPr wrap="square" lIns="0" tIns="0" rIns="0" bIns="0" rtlCol="0" anchor="ctr"/>
          <a:lstStyle/>
          <a:p>
            <a:pPr marL="0" indent="0" algn="r">
              <a:buNone/>
            </a:pPr>
            <a:r>
              <a:rPr lang="en-US" sz="850" dirty="0">
                <a:solidFill>
                  <a:srgbClr val="9AA7B0"/>
                </a:solidFill>
                <a:latin typeface="Arial" pitchFamily="34" charset="0"/>
                <a:ea typeface="Arial" pitchFamily="34" charset="-122"/>
                <a:cs typeface="Arial" pitchFamily="34" charset="-120"/>
              </a:rPr>
              <a:t>10</a:t>
            </a:r>
            <a:endParaRPr lang="en-US" sz="850" dirty="0"/>
          </a:p>
        </p:txBody>
      </p:sp>
      <p:sp>
        <p:nvSpPr>
          <p:cNvPr id="63" name="Shape 10">
            <a:extLst>
              <a:ext uri="{FF2B5EF4-FFF2-40B4-BE49-F238E27FC236}">
                <a16:creationId xmlns:a16="http://schemas.microsoft.com/office/drawing/2014/main" id="{B542EE4D-F335-A5E8-F831-08D10E08655C}"/>
              </a:ext>
            </a:extLst>
          </p:cNvPr>
          <p:cNvSpPr/>
          <p:nvPr/>
        </p:nvSpPr>
        <p:spPr>
          <a:xfrm>
            <a:off x="5815499" y="1918904"/>
            <a:ext cx="310896" cy="256032"/>
          </a:xfrm>
          <a:prstGeom prst="rightArrow">
            <a:avLst/>
          </a:prstGeom>
          <a:solidFill>
            <a:schemeClr val="tx1"/>
          </a:solidFill>
          <a:ln/>
        </p:spPr>
        <p:txBody>
          <a:bodyPr/>
          <a:lstStyle/>
          <a:p>
            <a:endParaRPr lang="en-US"/>
          </a:p>
        </p:txBody>
      </p:sp>
      <p:sp>
        <p:nvSpPr>
          <p:cNvPr id="385" name="Shape 2">
            <a:extLst>
              <a:ext uri="{FF2B5EF4-FFF2-40B4-BE49-F238E27FC236}">
                <a16:creationId xmlns:a16="http://schemas.microsoft.com/office/drawing/2014/main" id="{363FDB06-BF88-E01E-8B8D-60D109F38BF9}"/>
              </a:ext>
            </a:extLst>
          </p:cNvPr>
          <p:cNvSpPr/>
          <p:nvPr/>
        </p:nvSpPr>
        <p:spPr>
          <a:xfrm>
            <a:off x="6400802" y="1066767"/>
            <a:ext cx="2075531" cy="1783080"/>
          </a:xfrm>
          <a:prstGeom prst="roundRect">
            <a:avLst>
              <a:gd name="adj" fmla="val 3590"/>
            </a:avLst>
          </a:prstGeom>
          <a:solidFill>
            <a:schemeClr val="tx1"/>
          </a:solidFill>
          <a:ln w="9525">
            <a:solidFill>
              <a:srgbClr val="DDE6EA"/>
            </a:solidFill>
            <a:prstDash val="solid"/>
          </a:ln>
        </p:spPr>
        <p:txBody>
          <a:bodyPr/>
          <a:lstStyle/>
          <a:p>
            <a:endParaRPr lang="en-US"/>
          </a:p>
        </p:txBody>
      </p:sp>
      <p:sp>
        <p:nvSpPr>
          <p:cNvPr id="392" name="Shape 3">
            <a:extLst>
              <a:ext uri="{FF2B5EF4-FFF2-40B4-BE49-F238E27FC236}">
                <a16:creationId xmlns:a16="http://schemas.microsoft.com/office/drawing/2014/main" id="{A90EC494-3AF9-F19A-532F-9CF9D12824A2}"/>
              </a:ext>
            </a:extLst>
          </p:cNvPr>
          <p:cNvSpPr/>
          <p:nvPr/>
        </p:nvSpPr>
        <p:spPr>
          <a:xfrm>
            <a:off x="6603461" y="1182337"/>
            <a:ext cx="457200" cy="457200"/>
          </a:xfrm>
          <a:prstGeom prst="ellipse">
            <a:avLst/>
          </a:prstGeom>
          <a:solidFill>
            <a:schemeClr val="tx1">
              <a:lumMod val="90000"/>
              <a:lumOff val="10000"/>
            </a:schemeClr>
          </a:solidFill>
          <a:ln/>
        </p:spPr>
        <p:txBody>
          <a:bodyPr/>
          <a:lstStyle/>
          <a:p>
            <a:endParaRPr lang="en-US"/>
          </a:p>
        </p:txBody>
      </p:sp>
      <p:pic>
        <p:nvPicPr>
          <p:cNvPr id="394" name="Image 0" descr="/home/claude/icons/message_white.png">
            <a:extLst>
              <a:ext uri="{FF2B5EF4-FFF2-40B4-BE49-F238E27FC236}">
                <a16:creationId xmlns:a16="http://schemas.microsoft.com/office/drawing/2014/main" id="{B0FA4E78-C91C-2AC4-3479-F2F619DEB61D}"/>
              </a:ext>
            </a:extLst>
          </p:cNvPr>
          <p:cNvPicPr>
            <a:picLocks noChangeAspect="1"/>
          </p:cNvPicPr>
          <p:nvPr/>
        </p:nvPicPr>
        <p:blipFill>
          <a:blip r:embed="rId2"/>
          <a:stretch>
            <a:fillRect/>
          </a:stretch>
        </p:blipFill>
        <p:spPr>
          <a:xfrm>
            <a:off x="6713189" y="1276571"/>
            <a:ext cx="237744" cy="237744"/>
          </a:xfrm>
          <a:prstGeom prst="rect">
            <a:avLst/>
          </a:prstGeom>
        </p:spPr>
      </p:pic>
      <p:sp>
        <p:nvSpPr>
          <p:cNvPr id="396" name="Text 4">
            <a:extLst>
              <a:ext uri="{FF2B5EF4-FFF2-40B4-BE49-F238E27FC236}">
                <a16:creationId xmlns:a16="http://schemas.microsoft.com/office/drawing/2014/main" id="{58DC1FFA-68DC-E3DA-07AA-CBC4CDCC874D}"/>
              </a:ext>
            </a:extLst>
          </p:cNvPr>
          <p:cNvSpPr/>
          <p:nvPr/>
        </p:nvSpPr>
        <p:spPr>
          <a:xfrm>
            <a:off x="7047263" y="1228057"/>
            <a:ext cx="2971800" cy="365760"/>
          </a:xfrm>
          <a:prstGeom prst="rect">
            <a:avLst/>
          </a:prstGeom>
          <a:noFill/>
          <a:ln/>
        </p:spPr>
        <p:txBody>
          <a:bodyPr wrap="square" rtlCol="0" anchor="ctr"/>
          <a:lstStyle/>
          <a:p>
            <a:pPr marL="0" indent="0">
              <a:buNone/>
            </a:pPr>
            <a:r>
              <a:rPr lang="en-US" sz="1600" b="1" dirty="0">
                <a:solidFill>
                  <a:schemeClr val="bg2"/>
                </a:solidFill>
                <a:latin typeface="Cambria" pitchFamily="34" charset="0"/>
                <a:ea typeface="Cambria" pitchFamily="34" charset="-122"/>
                <a:cs typeface="Cambria" pitchFamily="34" charset="-120"/>
              </a:rPr>
              <a:t>Agentic AI</a:t>
            </a:r>
            <a:endParaRPr lang="en-US" sz="1600" dirty="0">
              <a:solidFill>
                <a:schemeClr val="bg2"/>
              </a:solidFill>
            </a:endParaRPr>
          </a:p>
        </p:txBody>
      </p:sp>
      <p:sp>
        <p:nvSpPr>
          <p:cNvPr id="398" name="Text 5">
            <a:extLst>
              <a:ext uri="{FF2B5EF4-FFF2-40B4-BE49-F238E27FC236}">
                <a16:creationId xmlns:a16="http://schemas.microsoft.com/office/drawing/2014/main" id="{C9D88A00-6EF2-D952-638C-DD39C6F4E2FD}"/>
              </a:ext>
            </a:extLst>
          </p:cNvPr>
          <p:cNvSpPr/>
          <p:nvPr/>
        </p:nvSpPr>
        <p:spPr>
          <a:xfrm>
            <a:off x="6508372" y="1781125"/>
            <a:ext cx="1860390" cy="822960"/>
          </a:xfrm>
          <a:prstGeom prst="rect">
            <a:avLst/>
          </a:prstGeom>
          <a:noFill/>
          <a:ln/>
        </p:spPr>
        <p:txBody>
          <a:bodyPr wrap="square" rtlCol="0" anchor="ctr"/>
          <a:lstStyle/>
          <a:p>
            <a:pPr marL="0" indent="0" algn="just">
              <a:lnSpc>
                <a:spcPct val="120000"/>
              </a:lnSpc>
              <a:buNone/>
            </a:pPr>
            <a:r>
              <a:rPr lang="en-US" sz="950" dirty="0">
                <a:solidFill>
                  <a:schemeClr val="bg2"/>
                </a:solidFill>
                <a:latin typeface="Arial" pitchFamily="34" charset="0"/>
                <a:ea typeface="Arial" pitchFamily="34" charset="-122"/>
                <a:cs typeface="Arial" pitchFamily="34" charset="-120"/>
              </a:rPr>
              <a:t>Takes a prompt, generates a response, and stops. No memory, no tools, no way to check its own work or act on the world.</a:t>
            </a:r>
            <a:endParaRPr lang="en-US" sz="950" dirty="0">
              <a:solidFill>
                <a:schemeClr val="bg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35"/>
        <p:cNvGrpSpPr/>
        <p:nvPr/>
      </p:nvGrpSpPr>
      <p:grpSpPr>
        <a:xfrm>
          <a:off x="0" y="0"/>
          <a:ext cx="0" cy="0"/>
          <a:chOff x="0" y="0"/>
          <a:chExt cx="0" cy="0"/>
        </a:xfrm>
      </p:grpSpPr>
      <p:sp>
        <p:nvSpPr>
          <p:cNvPr id="372" name="Google Shape;372;p33">
            <a:extLst>
              <a:ext uri="{FF2B5EF4-FFF2-40B4-BE49-F238E27FC236}">
                <a16:creationId xmlns:a16="http://schemas.microsoft.com/office/drawing/2014/main" id="{7E4DCA2E-9ABD-EB0C-C3E7-E831651E7F4C}"/>
              </a:ext>
            </a:extLst>
          </p:cNvPr>
          <p:cNvSpPr txBox="1">
            <a:spLocks noGrp="1"/>
          </p:cNvSpPr>
          <p:nvPr>
            <p:ph type="title"/>
          </p:nvPr>
        </p:nvSpPr>
        <p:spPr>
          <a:xfrm>
            <a:off x="691245" y="898497"/>
            <a:ext cx="7959773" cy="1400000"/>
          </a:xfrm>
          <a:prstGeom prst="rect">
            <a:avLst/>
          </a:prstGeom>
        </p:spPr>
        <p:txBody>
          <a:bodyPr spcFirstLastPara="1" wrap="square" lIns="91425" tIns="91425" rIns="91425" bIns="91425" anchor="t" anchorCtr="0">
            <a:noAutofit/>
          </a:bodyPr>
          <a:lstStyle/>
          <a:p>
            <a:pPr algn="ctr"/>
            <a:r>
              <a:rPr lang="en-US" sz="2400" b="1" dirty="0">
                <a:solidFill>
                  <a:schemeClr val="tx1"/>
                </a:solidFill>
              </a:rPr>
              <a:t>If I asked the same question, how would an LLM, an agent and an agentic system respond?</a:t>
            </a:r>
            <a:br>
              <a:rPr lang="en-US" sz="2400" b="1" dirty="0">
                <a:solidFill>
                  <a:schemeClr val="tx1"/>
                </a:solidFill>
              </a:rPr>
            </a:br>
            <a:br>
              <a:rPr lang="en-US" sz="2400" dirty="0">
                <a:solidFill>
                  <a:schemeClr val="tx1"/>
                </a:solidFill>
              </a:rPr>
            </a:br>
            <a:endParaRPr lang="en-US" sz="2400" dirty="0">
              <a:solidFill>
                <a:schemeClr val="tx1"/>
              </a:solidFill>
            </a:endParaRPr>
          </a:p>
        </p:txBody>
      </p:sp>
      <p:sp>
        <p:nvSpPr>
          <p:cNvPr id="15" name="TextBox 14">
            <a:extLst>
              <a:ext uri="{FF2B5EF4-FFF2-40B4-BE49-F238E27FC236}">
                <a16:creationId xmlns:a16="http://schemas.microsoft.com/office/drawing/2014/main" id="{97FFE693-B04D-737A-B84E-3B0AF9BFF2CD}"/>
              </a:ext>
            </a:extLst>
          </p:cNvPr>
          <p:cNvSpPr txBox="1"/>
          <p:nvPr/>
        </p:nvSpPr>
        <p:spPr>
          <a:xfrm>
            <a:off x="790378" y="2970382"/>
            <a:ext cx="7761508" cy="830997"/>
          </a:xfrm>
          <a:prstGeom prst="rect">
            <a:avLst/>
          </a:prstGeom>
          <a:noFill/>
        </p:spPr>
        <p:txBody>
          <a:bodyPr wrap="square">
            <a:spAutoFit/>
          </a:bodyPr>
          <a:lstStyle/>
          <a:p>
            <a:pPr algn="ctr"/>
            <a:r>
              <a:rPr lang="en-US" sz="2400" b="1" dirty="0">
                <a:solidFill>
                  <a:schemeClr val="bg2"/>
                </a:solidFill>
                <a:latin typeface="DM Serif Text" pitchFamily="2" charset="0"/>
              </a:rPr>
              <a:t>I’m going to London next month. Plan a 5-day trip for me under ₹1 lakh.</a:t>
            </a:r>
            <a:endParaRPr lang="en-US" sz="1100" dirty="0">
              <a:solidFill>
                <a:schemeClr val="bg2"/>
              </a:solidFill>
              <a:latin typeface="DM Serif Text" pitchFamily="2"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32"/>
        <p:cNvGrpSpPr/>
        <p:nvPr/>
      </p:nvGrpSpPr>
      <p:grpSpPr>
        <a:xfrm>
          <a:off x="0" y="0"/>
          <a:ext cx="0" cy="0"/>
          <a:chOff x="0" y="0"/>
          <a:chExt cx="0" cy="0"/>
        </a:xfrm>
      </p:grpSpPr>
      <p:sp>
        <p:nvSpPr>
          <p:cNvPr id="533" name="Google Shape;533;p4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000" b="1" dirty="0"/>
              <a:t>How do we choose our workflow?</a:t>
            </a:r>
            <a:endParaRPr sz="2000" b="1" dirty="0"/>
          </a:p>
        </p:txBody>
      </p:sp>
      <p:sp>
        <p:nvSpPr>
          <p:cNvPr id="534" name="Google Shape;534;p47"/>
          <p:cNvSpPr/>
          <p:nvPr/>
        </p:nvSpPr>
        <p:spPr>
          <a:xfrm>
            <a:off x="3616650" y="1264950"/>
            <a:ext cx="1910700" cy="5178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dirty="0">
                <a:solidFill>
                  <a:schemeClr val="dk1"/>
                </a:solidFill>
                <a:latin typeface="DM Serif Text"/>
                <a:ea typeface="DM Serif Text"/>
                <a:cs typeface="DM Serif Text"/>
                <a:sym typeface="DM Serif Text"/>
              </a:rPr>
              <a:t>The Task</a:t>
            </a:r>
            <a:endParaRPr sz="1800" dirty="0">
              <a:solidFill>
                <a:schemeClr val="dk1"/>
              </a:solidFill>
              <a:latin typeface="DM Serif Text"/>
              <a:ea typeface="DM Serif Text"/>
              <a:cs typeface="DM Serif Text"/>
              <a:sym typeface="DM Serif Text"/>
            </a:endParaRPr>
          </a:p>
        </p:txBody>
      </p:sp>
      <p:sp>
        <p:nvSpPr>
          <p:cNvPr id="535" name="Google Shape;535;p47"/>
          <p:cNvSpPr/>
          <p:nvPr/>
        </p:nvSpPr>
        <p:spPr>
          <a:xfrm>
            <a:off x="3616650" y="2074500"/>
            <a:ext cx="1910700" cy="5178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dk1"/>
                </a:solidFill>
                <a:latin typeface="DM Serif Text"/>
                <a:ea typeface="DM Serif Text"/>
                <a:cs typeface="DM Serif Text"/>
                <a:sym typeface="DM Serif Text"/>
              </a:rPr>
              <a:t>Single Agent</a:t>
            </a:r>
            <a:endParaRPr sz="1800">
              <a:solidFill>
                <a:schemeClr val="dk1"/>
              </a:solidFill>
              <a:latin typeface="DM Serif Text"/>
              <a:ea typeface="DM Serif Text"/>
              <a:cs typeface="DM Serif Text"/>
              <a:sym typeface="DM Serif Text"/>
            </a:endParaRPr>
          </a:p>
        </p:txBody>
      </p:sp>
      <p:sp>
        <p:nvSpPr>
          <p:cNvPr id="536" name="Google Shape;536;p47"/>
          <p:cNvSpPr/>
          <p:nvPr/>
        </p:nvSpPr>
        <p:spPr>
          <a:xfrm>
            <a:off x="842475" y="2074500"/>
            <a:ext cx="1910700" cy="5178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dk1"/>
                </a:solidFill>
                <a:latin typeface="DM Serif Text"/>
                <a:ea typeface="DM Serif Text"/>
                <a:cs typeface="DM Serif Text"/>
                <a:sym typeface="DM Serif Text"/>
              </a:rPr>
              <a:t>Workflow</a:t>
            </a:r>
            <a:endParaRPr sz="1800">
              <a:solidFill>
                <a:schemeClr val="dk1"/>
              </a:solidFill>
              <a:latin typeface="DM Serif Text"/>
              <a:ea typeface="DM Serif Text"/>
              <a:cs typeface="DM Serif Text"/>
              <a:sym typeface="DM Serif Text"/>
            </a:endParaRPr>
          </a:p>
        </p:txBody>
      </p:sp>
      <p:sp>
        <p:nvSpPr>
          <p:cNvPr id="537" name="Google Shape;537;p47"/>
          <p:cNvSpPr/>
          <p:nvPr/>
        </p:nvSpPr>
        <p:spPr>
          <a:xfrm>
            <a:off x="6390825" y="2074500"/>
            <a:ext cx="1910700" cy="5178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dk1"/>
                </a:solidFill>
                <a:latin typeface="DM Serif Text"/>
                <a:ea typeface="DM Serif Text"/>
                <a:cs typeface="DM Serif Text"/>
                <a:sym typeface="DM Serif Text"/>
              </a:rPr>
              <a:t>Multi-Agent</a:t>
            </a:r>
            <a:endParaRPr sz="1800">
              <a:solidFill>
                <a:schemeClr val="dk1"/>
              </a:solidFill>
              <a:latin typeface="DM Serif Text"/>
              <a:ea typeface="DM Serif Text"/>
              <a:cs typeface="DM Serif Text"/>
              <a:sym typeface="DM Serif Text"/>
            </a:endParaRPr>
          </a:p>
        </p:txBody>
      </p:sp>
      <p:sp>
        <p:nvSpPr>
          <p:cNvPr id="538" name="Google Shape;538;p47"/>
          <p:cNvSpPr/>
          <p:nvPr/>
        </p:nvSpPr>
        <p:spPr>
          <a:xfrm>
            <a:off x="842475" y="2884050"/>
            <a:ext cx="1910700" cy="1596000"/>
          </a:xfrm>
          <a:prstGeom prst="rect">
            <a:avLst/>
          </a:prstGeom>
          <a:noFill/>
          <a:ln>
            <a:noFill/>
          </a:ln>
        </p:spPr>
        <p:txBody>
          <a:bodyPr spcFirstLastPara="1" wrap="square" lIns="91425" tIns="91425" rIns="91425" bIns="91425" anchor="t" anchorCtr="0">
            <a:noAutofit/>
          </a:bodyPr>
          <a:lstStyle/>
          <a:p>
            <a:pPr marL="285750" lvl="0" indent="-247650" algn="l" rtl="0">
              <a:spcBef>
                <a:spcPts val="0"/>
              </a:spcBef>
              <a:spcAft>
                <a:spcPts val="0"/>
              </a:spcAft>
              <a:buClr>
                <a:schemeClr val="dk1"/>
              </a:buClr>
              <a:buSzPts val="1200"/>
              <a:buFont typeface="Arimo"/>
              <a:buAutoNum type="alphaUcPeriod"/>
            </a:pPr>
            <a:r>
              <a:rPr lang="en" sz="1200">
                <a:solidFill>
                  <a:schemeClr val="dk1"/>
                </a:solidFill>
                <a:latin typeface="Arimo"/>
                <a:ea typeface="Arimo"/>
                <a:cs typeface="Arimo"/>
                <a:sym typeface="Arimo"/>
              </a:rPr>
              <a:t>Fixed, predefined steps</a:t>
            </a:r>
            <a:endParaRPr sz="1200">
              <a:solidFill>
                <a:schemeClr val="dk1"/>
              </a:solidFill>
              <a:latin typeface="Arimo"/>
              <a:ea typeface="Arimo"/>
              <a:cs typeface="Arimo"/>
              <a:sym typeface="Arimo"/>
            </a:endParaRPr>
          </a:p>
          <a:p>
            <a:pPr marL="285750" lvl="0" indent="-247650" algn="l" rtl="0">
              <a:spcBef>
                <a:spcPts val="0"/>
              </a:spcBef>
              <a:spcAft>
                <a:spcPts val="0"/>
              </a:spcAft>
              <a:buClr>
                <a:schemeClr val="dk1"/>
              </a:buClr>
              <a:buSzPts val="1200"/>
              <a:buFont typeface="Arimo"/>
              <a:buAutoNum type="alphaUcPeriod"/>
            </a:pPr>
            <a:r>
              <a:rPr lang="en" sz="1200">
                <a:solidFill>
                  <a:schemeClr val="dk1"/>
                </a:solidFill>
                <a:latin typeface="Arimo"/>
                <a:ea typeface="Arimo"/>
                <a:cs typeface="Arimo"/>
                <a:sym typeface="Arimo"/>
              </a:rPr>
              <a:t>Predictable &amp; cheap to run</a:t>
            </a:r>
            <a:endParaRPr sz="1200">
              <a:solidFill>
                <a:schemeClr val="dk1"/>
              </a:solidFill>
              <a:latin typeface="Arimo"/>
              <a:ea typeface="Arimo"/>
              <a:cs typeface="Arimo"/>
              <a:sym typeface="Arimo"/>
            </a:endParaRPr>
          </a:p>
          <a:p>
            <a:pPr marL="285750" lvl="0" indent="-247650" algn="l" rtl="0">
              <a:spcBef>
                <a:spcPts val="0"/>
              </a:spcBef>
              <a:spcAft>
                <a:spcPts val="0"/>
              </a:spcAft>
              <a:buClr>
                <a:schemeClr val="dk1"/>
              </a:buClr>
              <a:buSzPts val="1200"/>
              <a:buFont typeface="Arimo"/>
              <a:buAutoNum type="alphaUcPeriod"/>
            </a:pPr>
            <a:r>
              <a:rPr lang="en" sz="1200">
                <a:solidFill>
                  <a:schemeClr val="dk1"/>
                </a:solidFill>
                <a:latin typeface="Arimo"/>
                <a:ea typeface="Arimo"/>
                <a:cs typeface="Arimo"/>
                <a:sym typeface="Arimo"/>
              </a:rPr>
              <a:t>Best for well-defined tasks</a:t>
            </a:r>
            <a:endParaRPr sz="1200">
              <a:solidFill>
                <a:schemeClr val="dk1"/>
              </a:solidFill>
              <a:latin typeface="Arimo"/>
              <a:ea typeface="Arimo"/>
              <a:cs typeface="Arimo"/>
              <a:sym typeface="Arimo"/>
            </a:endParaRPr>
          </a:p>
          <a:p>
            <a:pPr marL="285750" lvl="0" indent="-247650" algn="l" rtl="0">
              <a:spcBef>
                <a:spcPts val="0"/>
              </a:spcBef>
              <a:spcAft>
                <a:spcPts val="0"/>
              </a:spcAft>
              <a:buClr>
                <a:schemeClr val="dk1"/>
              </a:buClr>
              <a:buSzPts val="1200"/>
              <a:buFont typeface="Arimo"/>
              <a:buAutoNum type="alphaUcPeriod"/>
            </a:pPr>
            <a:r>
              <a:rPr lang="en" sz="1200">
                <a:solidFill>
                  <a:schemeClr val="dk1"/>
                </a:solidFill>
                <a:latin typeface="Arimo"/>
                <a:ea typeface="Arimo"/>
                <a:cs typeface="Arimo"/>
                <a:sym typeface="Arimo"/>
              </a:rPr>
              <a:t>No dynamic decisions</a:t>
            </a:r>
            <a:endParaRPr sz="1200">
              <a:solidFill>
                <a:schemeClr val="dk1"/>
              </a:solidFill>
              <a:latin typeface="Arimo"/>
              <a:ea typeface="Arimo"/>
              <a:cs typeface="Arimo"/>
              <a:sym typeface="Arimo"/>
            </a:endParaRPr>
          </a:p>
        </p:txBody>
      </p:sp>
      <p:cxnSp>
        <p:nvCxnSpPr>
          <p:cNvPr id="539" name="Google Shape;539;p47"/>
          <p:cNvCxnSpPr>
            <a:stCxn id="534" idx="2"/>
            <a:endCxn id="536" idx="0"/>
          </p:cNvCxnSpPr>
          <p:nvPr/>
        </p:nvCxnSpPr>
        <p:spPr>
          <a:xfrm rot="5400000">
            <a:off x="3039000" y="541650"/>
            <a:ext cx="291900" cy="2774100"/>
          </a:xfrm>
          <a:prstGeom prst="bentConnector3">
            <a:avLst>
              <a:gd name="adj1" fmla="val 49974"/>
            </a:avLst>
          </a:prstGeom>
          <a:noFill/>
          <a:ln w="9525" cap="flat" cmpd="sng">
            <a:solidFill>
              <a:schemeClr val="dk1"/>
            </a:solidFill>
            <a:prstDash val="solid"/>
            <a:round/>
            <a:headEnd type="none" w="med" len="med"/>
            <a:tailEnd type="none" w="med" len="med"/>
          </a:ln>
        </p:spPr>
      </p:cxnSp>
      <p:cxnSp>
        <p:nvCxnSpPr>
          <p:cNvPr id="540" name="Google Shape;540;p47"/>
          <p:cNvCxnSpPr>
            <a:stCxn id="534" idx="2"/>
            <a:endCxn id="537" idx="0"/>
          </p:cNvCxnSpPr>
          <p:nvPr/>
        </p:nvCxnSpPr>
        <p:spPr>
          <a:xfrm rot="-5400000" flipH="1">
            <a:off x="5813100" y="541650"/>
            <a:ext cx="291900" cy="2774100"/>
          </a:xfrm>
          <a:prstGeom prst="bentConnector3">
            <a:avLst>
              <a:gd name="adj1" fmla="val 49974"/>
            </a:avLst>
          </a:prstGeom>
          <a:noFill/>
          <a:ln w="9525" cap="flat" cmpd="sng">
            <a:solidFill>
              <a:schemeClr val="dk1"/>
            </a:solidFill>
            <a:prstDash val="solid"/>
            <a:round/>
            <a:headEnd type="none" w="med" len="med"/>
            <a:tailEnd type="none" w="med" len="med"/>
          </a:ln>
        </p:spPr>
      </p:cxnSp>
      <p:cxnSp>
        <p:nvCxnSpPr>
          <p:cNvPr id="541" name="Google Shape;541;p47"/>
          <p:cNvCxnSpPr>
            <a:stCxn id="534" idx="2"/>
            <a:endCxn id="535" idx="0"/>
          </p:cNvCxnSpPr>
          <p:nvPr/>
        </p:nvCxnSpPr>
        <p:spPr>
          <a:xfrm rot="-5400000" flipH="1">
            <a:off x="4426350" y="1928400"/>
            <a:ext cx="291900" cy="600"/>
          </a:xfrm>
          <a:prstGeom prst="bentConnector3">
            <a:avLst>
              <a:gd name="adj1" fmla="val 49974"/>
            </a:avLst>
          </a:prstGeom>
          <a:noFill/>
          <a:ln w="9525" cap="flat" cmpd="sng">
            <a:solidFill>
              <a:schemeClr val="dk1"/>
            </a:solidFill>
            <a:prstDash val="solid"/>
            <a:round/>
            <a:headEnd type="none" w="med" len="med"/>
            <a:tailEnd type="none" w="med" len="med"/>
          </a:ln>
        </p:spPr>
      </p:cxnSp>
      <p:cxnSp>
        <p:nvCxnSpPr>
          <p:cNvPr id="542" name="Google Shape;542;p47"/>
          <p:cNvCxnSpPr>
            <a:stCxn id="536" idx="2"/>
            <a:endCxn id="538" idx="0"/>
          </p:cNvCxnSpPr>
          <p:nvPr/>
        </p:nvCxnSpPr>
        <p:spPr>
          <a:xfrm rot="-5400000" flipH="1">
            <a:off x="1652175" y="2737950"/>
            <a:ext cx="291900" cy="600"/>
          </a:xfrm>
          <a:prstGeom prst="bentConnector3">
            <a:avLst>
              <a:gd name="adj1" fmla="val 49974"/>
            </a:avLst>
          </a:prstGeom>
          <a:noFill/>
          <a:ln w="9525" cap="flat" cmpd="sng">
            <a:solidFill>
              <a:schemeClr val="dk1"/>
            </a:solidFill>
            <a:prstDash val="solid"/>
            <a:round/>
            <a:headEnd type="none" w="med" len="med"/>
            <a:tailEnd type="none" w="med" len="med"/>
          </a:ln>
        </p:spPr>
      </p:cxnSp>
      <p:cxnSp>
        <p:nvCxnSpPr>
          <p:cNvPr id="543" name="Google Shape;543;p47"/>
          <p:cNvCxnSpPr>
            <a:stCxn id="544" idx="0"/>
            <a:endCxn id="537" idx="2"/>
          </p:cNvCxnSpPr>
          <p:nvPr/>
        </p:nvCxnSpPr>
        <p:spPr>
          <a:xfrm rot="-5400000">
            <a:off x="7200675" y="2737950"/>
            <a:ext cx="291600" cy="600"/>
          </a:xfrm>
          <a:prstGeom prst="bentConnector3">
            <a:avLst>
              <a:gd name="adj1" fmla="val 50026"/>
            </a:avLst>
          </a:prstGeom>
          <a:noFill/>
          <a:ln w="9525" cap="flat" cmpd="sng">
            <a:solidFill>
              <a:schemeClr val="dk1"/>
            </a:solidFill>
            <a:prstDash val="solid"/>
            <a:round/>
            <a:headEnd type="none" w="med" len="med"/>
            <a:tailEnd type="none" w="med" len="med"/>
          </a:ln>
        </p:spPr>
      </p:cxnSp>
      <p:cxnSp>
        <p:nvCxnSpPr>
          <p:cNvPr id="545" name="Google Shape;545;p47"/>
          <p:cNvCxnSpPr>
            <a:stCxn id="535" idx="2"/>
            <a:endCxn id="546" idx="0"/>
          </p:cNvCxnSpPr>
          <p:nvPr/>
        </p:nvCxnSpPr>
        <p:spPr>
          <a:xfrm rot="-5400000" flipH="1">
            <a:off x="4426350" y="2737950"/>
            <a:ext cx="291900" cy="600"/>
          </a:xfrm>
          <a:prstGeom prst="bentConnector3">
            <a:avLst>
              <a:gd name="adj1" fmla="val 49974"/>
            </a:avLst>
          </a:prstGeom>
          <a:noFill/>
          <a:ln w="9525" cap="flat" cmpd="sng">
            <a:solidFill>
              <a:schemeClr val="dk1"/>
            </a:solidFill>
            <a:prstDash val="solid"/>
            <a:round/>
            <a:headEnd type="none" w="med" len="med"/>
            <a:tailEnd type="none" w="med" len="med"/>
          </a:ln>
        </p:spPr>
      </p:cxnSp>
      <p:sp>
        <p:nvSpPr>
          <p:cNvPr id="546" name="Google Shape;546;p47"/>
          <p:cNvSpPr/>
          <p:nvPr/>
        </p:nvSpPr>
        <p:spPr>
          <a:xfrm>
            <a:off x="3616650" y="2884050"/>
            <a:ext cx="1910700" cy="1596000"/>
          </a:xfrm>
          <a:prstGeom prst="rect">
            <a:avLst/>
          </a:prstGeom>
          <a:noFill/>
          <a:ln>
            <a:noFill/>
          </a:ln>
        </p:spPr>
        <p:txBody>
          <a:bodyPr spcFirstLastPara="1" wrap="square" lIns="91425" tIns="91425" rIns="91425" bIns="91425" anchor="t" anchorCtr="0">
            <a:noAutofit/>
          </a:bodyPr>
          <a:lstStyle/>
          <a:p>
            <a:pPr marL="285750" lvl="0" indent="-247650" algn="l" rtl="0">
              <a:spcBef>
                <a:spcPts val="0"/>
              </a:spcBef>
              <a:spcAft>
                <a:spcPts val="0"/>
              </a:spcAft>
              <a:buClr>
                <a:schemeClr val="dk1"/>
              </a:buClr>
              <a:buSzPts val="1200"/>
              <a:buFont typeface="Arimo"/>
              <a:buAutoNum type="alphaUcPeriod"/>
            </a:pPr>
            <a:r>
              <a:rPr lang="en" sz="1200">
                <a:solidFill>
                  <a:schemeClr val="dk1"/>
                </a:solidFill>
                <a:latin typeface="Arimo"/>
                <a:ea typeface="Arimo"/>
                <a:cs typeface="Arimo"/>
                <a:sym typeface="Arimo"/>
              </a:rPr>
              <a:t>LLM directs its own steps</a:t>
            </a:r>
            <a:endParaRPr sz="1200">
              <a:solidFill>
                <a:schemeClr val="dk1"/>
              </a:solidFill>
              <a:latin typeface="Arimo"/>
              <a:ea typeface="Arimo"/>
              <a:cs typeface="Arimo"/>
              <a:sym typeface="Arimo"/>
            </a:endParaRPr>
          </a:p>
          <a:p>
            <a:pPr marL="285750" lvl="0" indent="-247650" algn="l" rtl="0">
              <a:spcBef>
                <a:spcPts val="0"/>
              </a:spcBef>
              <a:spcAft>
                <a:spcPts val="0"/>
              </a:spcAft>
              <a:buClr>
                <a:schemeClr val="dk1"/>
              </a:buClr>
              <a:buSzPts val="1200"/>
              <a:buFont typeface="Arimo"/>
              <a:buAutoNum type="alphaUcPeriod"/>
            </a:pPr>
            <a:r>
              <a:rPr lang="en" sz="1200">
                <a:solidFill>
                  <a:schemeClr val="dk1"/>
                </a:solidFill>
                <a:latin typeface="Arimo"/>
                <a:ea typeface="Arimo"/>
                <a:cs typeface="Arimo"/>
                <a:sym typeface="Arimo"/>
              </a:rPr>
              <a:t>Uses tools in a loop</a:t>
            </a:r>
            <a:endParaRPr sz="1200">
              <a:solidFill>
                <a:schemeClr val="dk1"/>
              </a:solidFill>
              <a:latin typeface="Arimo"/>
              <a:ea typeface="Arimo"/>
              <a:cs typeface="Arimo"/>
              <a:sym typeface="Arimo"/>
            </a:endParaRPr>
          </a:p>
          <a:p>
            <a:pPr marL="285750" lvl="0" indent="-247650" algn="l" rtl="0">
              <a:spcBef>
                <a:spcPts val="0"/>
              </a:spcBef>
              <a:spcAft>
                <a:spcPts val="0"/>
              </a:spcAft>
              <a:buClr>
                <a:schemeClr val="dk1"/>
              </a:buClr>
              <a:buSzPts val="1200"/>
              <a:buFont typeface="Arimo"/>
              <a:buAutoNum type="alphaUcPeriod"/>
            </a:pPr>
            <a:r>
              <a:rPr lang="en" sz="1200">
                <a:solidFill>
                  <a:schemeClr val="dk1"/>
                </a:solidFill>
                <a:latin typeface="Arimo"/>
                <a:ea typeface="Arimo"/>
                <a:cs typeface="Arimo"/>
                <a:sym typeface="Arimo"/>
              </a:rPr>
              <a:t>Best for open-ended tasks</a:t>
            </a:r>
            <a:endParaRPr sz="1200">
              <a:solidFill>
                <a:schemeClr val="dk1"/>
              </a:solidFill>
              <a:latin typeface="Arimo"/>
              <a:ea typeface="Arimo"/>
              <a:cs typeface="Arimo"/>
              <a:sym typeface="Arimo"/>
            </a:endParaRPr>
          </a:p>
          <a:p>
            <a:pPr marL="285750" lvl="0" indent="-247650" algn="l" rtl="0">
              <a:spcBef>
                <a:spcPts val="0"/>
              </a:spcBef>
              <a:spcAft>
                <a:spcPts val="0"/>
              </a:spcAft>
              <a:buClr>
                <a:schemeClr val="dk1"/>
              </a:buClr>
              <a:buSzPts val="1200"/>
              <a:buFont typeface="Arimo"/>
              <a:buAutoNum type="alphaUcPeriod"/>
            </a:pPr>
            <a:r>
              <a:rPr lang="en" sz="1200">
                <a:solidFill>
                  <a:schemeClr val="dk1"/>
                </a:solidFill>
                <a:latin typeface="Arimo"/>
                <a:ea typeface="Arimo"/>
                <a:cs typeface="Arimo"/>
                <a:sym typeface="Arimo"/>
              </a:rPr>
              <a:t>One context, one focus</a:t>
            </a:r>
            <a:endParaRPr sz="1200">
              <a:solidFill>
                <a:schemeClr val="dk1"/>
              </a:solidFill>
              <a:latin typeface="Arimo"/>
              <a:ea typeface="Arimo"/>
              <a:cs typeface="Arimo"/>
              <a:sym typeface="Arimo"/>
            </a:endParaRPr>
          </a:p>
        </p:txBody>
      </p:sp>
      <p:sp>
        <p:nvSpPr>
          <p:cNvPr id="544" name="Google Shape;544;p47"/>
          <p:cNvSpPr/>
          <p:nvPr/>
        </p:nvSpPr>
        <p:spPr>
          <a:xfrm>
            <a:off x="6390825" y="2884050"/>
            <a:ext cx="1910700" cy="1596000"/>
          </a:xfrm>
          <a:prstGeom prst="rect">
            <a:avLst/>
          </a:prstGeom>
          <a:noFill/>
          <a:ln>
            <a:noFill/>
          </a:ln>
        </p:spPr>
        <p:txBody>
          <a:bodyPr spcFirstLastPara="1" wrap="square" lIns="91425" tIns="91425" rIns="91425" bIns="91425" anchor="t" anchorCtr="0">
            <a:noAutofit/>
          </a:bodyPr>
          <a:lstStyle/>
          <a:p>
            <a:pPr marL="285750" lvl="0" indent="-247650" algn="l" rtl="0">
              <a:spcBef>
                <a:spcPts val="0"/>
              </a:spcBef>
              <a:spcAft>
                <a:spcPts val="0"/>
              </a:spcAft>
              <a:buClr>
                <a:schemeClr val="dk1"/>
              </a:buClr>
              <a:buSzPts val="1200"/>
              <a:buFont typeface="Arimo"/>
              <a:buAutoNum type="alphaUcPeriod"/>
            </a:pPr>
            <a:r>
              <a:rPr lang="en" sz="1200">
                <a:solidFill>
                  <a:schemeClr val="dk1"/>
                </a:solidFill>
                <a:latin typeface="Arimo"/>
                <a:ea typeface="Arimo"/>
                <a:cs typeface="Arimo"/>
                <a:sym typeface="Arimo"/>
              </a:rPr>
              <a:t>Several agents run in parallel</a:t>
            </a:r>
            <a:endParaRPr sz="1200">
              <a:solidFill>
                <a:schemeClr val="dk1"/>
              </a:solidFill>
              <a:latin typeface="Arimo"/>
              <a:ea typeface="Arimo"/>
              <a:cs typeface="Arimo"/>
              <a:sym typeface="Arimo"/>
            </a:endParaRPr>
          </a:p>
          <a:p>
            <a:pPr marL="285750" lvl="0" indent="-247650" algn="l" rtl="0">
              <a:spcBef>
                <a:spcPts val="0"/>
              </a:spcBef>
              <a:spcAft>
                <a:spcPts val="0"/>
              </a:spcAft>
              <a:buClr>
                <a:schemeClr val="dk1"/>
              </a:buClr>
              <a:buSzPts val="1200"/>
              <a:buFont typeface="Arimo"/>
              <a:buAutoNum type="alphaUcPeriod"/>
            </a:pPr>
            <a:r>
              <a:rPr lang="en" sz="1200">
                <a:solidFill>
                  <a:schemeClr val="dk1"/>
                </a:solidFill>
                <a:latin typeface="Arimo"/>
                <a:ea typeface="Arimo"/>
                <a:cs typeface="Arimo"/>
                <a:sym typeface="Arimo"/>
              </a:rPr>
              <a:t>Each has its own context</a:t>
            </a:r>
            <a:endParaRPr sz="1200">
              <a:solidFill>
                <a:schemeClr val="dk1"/>
              </a:solidFill>
              <a:latin typeface="Arimo"/>
              <a:ea typeface="Arimo"/>
              <a:cs typeface="Arimo"/>
              <a:sym typeface="Arimo"/>
            </a:endParaRPr>
          </a:p>
          <a:p>
            <a:pPr marL="285750" lvl="0" indent="-247650" algn="l" rtl="0">
              <a:spcBef>
                <a:spcPts val="0"/>
              </a:spcBef>
              <a:spcAft>
                <a:spcPts val="0"/>
              </a:spcAft>
              <a:buClr>
                <a:schemeClr val="dk1"/>
              </a:buClr>
              <a:buSzPts val="1200"/>
              <a:buFont typeface="Arimo"/>
              <a:buAutoNum type="alphaUcPeriod"/>
            </a:pPr>
            <a:r>
              <a:rPr lang="en" sz="1200">
                <a:solidFill>
                  <a:schemeClr val="dk1"/>
                </a:solidFill>
                <a:latin typeface="Arimo"/>
                <a:ea typeface="Arimo"/>
                <a:cs typeface="Arimo"/>
                <a:sym typeface="Arimo"/>
              </a:rPr>
              <a:t>Best for broad research</a:t>
            </a:r>
            <a:endParaRPr sz="1200">
              <a:solidFill>
                <a:schemeClr val="dk1"/>
              </a:solidFill>
              <a:latin typeface="Arimo"/>
              <a:ea typeface="Arimo"/>
              <a:cs typeface="Arimo"/>
              <a:sym typeface="Arimo"/>
            </a:endParaRPr>
          </a:p>
          <a:p>
            <a:pPr marL="285750" lvl="0" indent="-247650" algn="l" rtl="0">
              <a:spcBef>
                <a:spcPts val="0"/>
              </a:spcBef>
              <a:spcAft>
                <a:spcPts val="0"/>
              </a:spcAft>
              <a:buClr>
                <a:schemeClr val="dk1"/>
              </a:buClr>
              <a:buSzPts val="1200"/>
              <a:buFont typeface="Arimo"/>
              <a:buAutoNum type="alphaUcPeriod"/>
            </a:pPr>
            <a:r>
              <a:rPr lang="en" sz="1200">
                <a:solidFill>
                  <a:schemeClr val="dk1"/>
                </a:solidFill>
                <a:latin typeface="Arimo"/>
                <a:ea typeface="Arimo"/>
                <a:cs typeface="Arimo"/>
                <a:sym typeface="Arimo"/>
              </a:rPr>
              <a:t>~15x cost, ~90% faster</a:t>
            </a:r>
            <a:endParaRPr sz="1200">
              <a:solidFill>
                <a:schemeClr val="dk1"/>
              </a:solidFill>
              <a:latin typeface="Arimo"/>
              <a:ea typeface="Arimo"/>
              <a:cs typeface="Arimo"/>
              <a:sym typeface="Arimo"/>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5" name="Google Shape;395;p36"/>
          <p:cNvSpPr txBox="1">
            <a:spLocks noGrp="1"/>
          </p:cNvSpPr>
          <p:nvPr>
            <p:ph type="title"/>
          </p:nvPr>
        </p:nvSpPr>
        <p:spPr>
          <a:xfrm>
            <a:off x="417850" y="604051"/>
            <a:ext cx="866254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dirty="0"/>
              <a:t>Current Trends - What’s Booming in the Industry </a:t>
            </a:r>
            <a:endParaRPr sz="2400" dirty="0"/>
          </a:p>
        </p:txBody>
      </p:sp>
      <p:sp>
        <p:nvSpPr>
          <p:cNvPr id="11" name="Oval 10">
            <a:extLst>
              <a:ext uri="{FF2B5EF4-FFF2-40B4-BE49-F238E27FC236}">
                <a16:creationId xmlns:a16="http://schemas.microsoft.com/office/drawing/2014/main" id="{D0B7F2CE-1D19-5105-EB47-D48D906563D0}"/>
              </a:ext>
            </a:extLst>
          </p:cNvPr>
          <p:cNvSpPr/>
          <p:nvPr/>
        </p:nvSpPr>
        <p:spPr>
          <a:xfrm>
            <a:off x="667910" y="1266161"/>
            <a:ext cx="1963972" cy="1868556"/>
          </a:xfrm>
          <a:prstGeom prst="ellipse">
            <a:avLst/>
          </a:prstGeom>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94BCF18C-5EF8-9BDA-F99A-39C0D66A946C}"/>
              </a:ext>
            </a:extLst>
          </p:cNvPr>
          <p:cNvSpPr/>
          <p:nvPr/>
        </p:nvSpPr>
        <p:spPr>
          <a:xfrm>
            <a:off x="6419464" y="1266161"/>
            <a:ext cx="1963972" cy="1868556"/>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Google Shape;401;p36"/>
          <p:cNvSpPr txBox="1">
            <a:spLocks/>
          </p:cNvSpPr>
          <p:nvPr/>
        </p:nvSpPr>
        <p:spPr>
          <a:xfrm>
            <a:off x="528196" y="2156210"/>
            <a:ext cx="2243400" cy="5277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spc="0">
                <a:solidFill>
                  <a:schemeClr val="dk1"/>
                </a:solidFill>
                <a:latin typeface="DM Serif Text"/>
                <a:ea typeface="DM Serif Text"/>
                <a:cs typeface="DM Serif Text"/>
                <a:sym typeface="DM Serif Text"/>
              </a:defRPr>
            </a:lvl1pPr>
            <a:lvl2pPr marL="914400" marR="0" lvl="1" indent="-304800" algn="ctr" rtl="0">
              <a:lnSpc>
                <a:spcPct val="100000"/>
              </a:lnSpc>
              <a:spcBef>
                <a:spcPts val="0"/>
              </a:spcBef>
              <a:spcAft>
                <a:spcPts val="0"/>
              </a:spcAft>
              <a:buClr>
                <a:schemeClr val="dk1"/>
              </a:buClr>
              <a:buSzPts val="2400"/>
              <a:buFont typeface="Raleway"/>
              <a:buNone/>
              <a:defRPr sz="2400" b="0" i="0" u="none" strike="noStrike" cap="none" spc="0">
                <a:solidFill>
                  <a:schemeClr val="dk1"/>
                </a:solidFill>
                <a:latin typeface="Raleway"/>
                <a:ea typeface="Raleway"/>
                <a:cs typeface="Raleway"/>
                <a:sym typeface="Raleway"/>
              </a:defRPr>
            </a:lvl2pPr>
            <a:lvl3pPr marL="1371600" marR="0" lvl="2" indent="-304800" algn="ctr" rtl="0">
              <a:lnSpc>
                <a:spcPct val="100000"/>
              </a:lnSpc>
              <a:spcBef>
                <a:spcPts val="0"/>
              </a:spcBef>
              <a:spcAft>
                <a:spcPts val="0"/>
              </a:spcAft>
              <a:buClr>
                <a:schemeClr val="dk1"/>
              </a:buClr>
              <a:buSzPts val="2400"/>
              <a:buFont typeface="Raleway"/>
              <a:buNone/>
              <a:defRPr sz="2400" b="0" i="0" u="none" strike="noStrike" cap="none" spc="0">
                <a:solidFill>
                  <a:schemeClr val="dk1"/>
                </a:solidFill>
                <a:latin typeface="Raleway"/>
                <a:ea typeface="Raleway"/>
                <a:cs typeface="Raleway"/>
                <a:sym typeface="Raleway"/>
              </a:defRPr>
            </a:lvl3pPr>
            <a:lvl4pPr marL="1828800" marR="0" lvl="3" indent="-304800" algn="ctr" rtl="0">
              <a:lnSpc>
                <a:spcPct val="100000"/>
              </a:lnSpc>
              <a:spcBef>
                <a:spcPts val="0"/>
              </a:spcBef>
              <a:spcAft>
                <a:spcPts val="0"/>
              </a:spcAft>
              <a:buClr>
                <a:schemeClr val="dk1"/>
              </a:buClr>
              <a:buSzPts val="2400"/>
              <a:buFont typeface="Raleway"/>
              <a:buNone/>
              <a:defRPr sz="2400" b="0" i="0" u="none" strike="noStrike" cap="none" spc="0">
                <a:solidFill>
                  <a:schemeClr val="dk1"/>
                </a:solidFill>
                <a:latin typeface="Raleway"/>
                <a:ea typeface="Raleway"/>
                <a:cs typeface="Raleway"/>
                <a:sym typeface="Raleway"/>
              </a:defRPr>
            </a:lvl4pPr>
            <a:lvl5pPr marL="2286000" marR="0" lvl="4" indent="-304800" algn="ctr" rtl="0">
              <a:lnSpc>
                <a:spcPct val="100000"/>
              </a:lnSpc>
              <a:spcBef>
                <a:spcPts val="0"/>
              </a:spcBef>
              <a:spcAft>
                <a:spcPts val="0"/>
              </a:spcAft>
              <a:buClr>
                <a:schemeClr val="dk1"/>
              </a:buClr>
              <a:buSzPts val="2400"/>
              <a:buFont typeface="Raleway"/>
              <a:buNone/>
              <a:defRPr sz="2400" b="0" i="0" u="none" strike="noStrike" cap="none" spc="0">
                <a:solidFill>
                  <a:schemeClr val="dk1"/>
                </a:solidFill>
                <a:latin typeface="Raleway"/>
                <a:ea typeface="Raleway"/>
                <a:cs typeface="Raleway"/>
                <a:sym typeface="Raleway"/>
              </a:defRPr>
            </a:lvl5pPr>
            <a:lvl6pPr marL="2743200" marR="0" lvl="5" indent="-304800" algn="ctr" rtl="0">
              <a:lnSpc>
                <a:spcPct val="100000"/>
              </a:lnSpc>
              <a:spcBef>
                <a:spcPts val="0"/>
              </a:spcBef>
              <a:spcAft>
                <a:spcPts val="0"/>
              </a:spcAft>
              <a:buClr>
                <a:schemeClr val="dk1"/>
              </a:buClr>
              <a:buSzPts val="2400"/>
              <a:buFont typeface="Raleway"/>
              <a:buNone/>
              <a:defRPr sz="2400" b="0" i="0" u="none" strike="noStrike" cap="none" spc="0">
                <a:solidFill>
                  <a:schemeClr val="dk1"/>
                </a:solidFill>
                <a:latin typeface="Raleway"/>
                <a:ea typeface="Raleway"/>
                <a:cs typeface="Raleway"/>
                <a:sym typeface="Raleway"/>
              </a:defRPr>
            </a:lvl6pPr>
            <a:lvl7pPr marL="3200400" marR="0" lvl="6" indent="-304800" algn="ctr" rtl="0">
              <a:lnSpc>
                <a:spcPct val="100000"/>
              </a:lnSpc>
              <a:spcBef>
                <a:spcPts val="0"/>
              </a:spcBef>
              <a:spcAft>
                <a:spcPts val="0"/>
              </a:spcAft>
              <a:buClr>
                <a:schemeClr val="dk1"/>
              </a:buClr>
              <a:buSzPts val="2400"/>
              <a:buFont typeface="Raleway"/>
              <a:buNone/>
              <a:defRPr sz="2400" b="0" i="0" u="none" strike="noStrike" cap="none" spc="0">
                <a:solidFill>
                  <a:schemeClr val="dk1"/>
                </a:solidFill>
                <a:latin typeface="Raleway"/>
                <a:ea typeface="Raleway"/>
                <a:cs typeface="Raleway"/>
                <a:sym typeface="Raleway"/>
              </a:defRPr>
            </a:lvl7pPr>
            <a:lvl8pPr marL="3657600" marR="0" lvl="7" indent="-304800" algn="ctr" rtl="0">
              <a:lnSpc>
                <a:spcPct val="100000"/>
              </a:lnSpc>
              <a:spcBef>
                <a:spcPts val="0"/>
              </a:spcBef>
              <a:spcAft>
                <a:spcPts val="0"/>
              </a:spcAft>
              <a:buClr>
                <a:schemeClr val="dk1"/>
              </a:buClr>
              <a:buSzPts val="2400"/>
              <a:buFont typeface="Raleway"/>
              <a:buNone/>
              <a:defRPr sz="2400" b="0" i="0" u="none" strike="noStrike" cap="none" spc="0">
                <a:solidFill>
                  <a:schemeClr val="dk1"/>
                </a:solidFill>
                <a:latin typeface="Raleway"/>
                <a:ea typeface="Raleway"/>
                <a:cs typeface="Raleway"/>
                <a:sym typeface="Raleway"/>
              </a:defRPr>
            </a:lvl8pPr>
            <a:lvl9pPr marL="4114800" marR="0" lvl="8" indent="-304800" algn="ctr" rtl="0">
              <a:lnSpc>
                <a:spcPct val="100000"/>
              </a:lnSpc>
              <a:spcBef>
                <a:spcPts val="0"/>
              </a:spcBef>
              <a:spcAft>
                <a:spcPts val="0"/>
              </a:spcAft>
              <a:buClr>
                <a:schemeClr val="dk1"/>
              </a:buClr>
              <a:buSzPts val="2400"/>
              <a:buFont typeface="Raleway"/>
              <a:buNone/>
              <a:defRPr sz="2400" b="0" i="0" u="none" strike="noStrike" cap="none" spc="0">
                <a:solidFill>
                  <a:schemeClr val="dk1"/>
                </a:solidFill>
                <a:latin typeface="Raleway"/>
                <a:ea typeface="Raleway"/>
                <a:cs typeface="Raleway"/>
                <a:sym typeface="Raleway"/>
              </a:defRPr>
            </a:lvl9pPr>
          </a:lstStyle>
          <a:p>
            <a:pPr marL="0" indent="0" algn="ctr"/>
            <a:r>
              <a:rPr lang="en-US" b="1" dirty="0"/>
              <a:t>Generative AI</a:t>
            </a:r>
          </a:p>
          <a:p>
            <a:pPr marL="0" indent="0" algn="ctr"/>
            <a:r>
              <a:rPr lang="en-US" sz="1600" dirty="0"/>
              <a:t>Creating code and solutions</a:t>
            </a:r>
          </a:p>
        </p:txBody>
      </p:sp>
      <p:sp>
        <p:nvSpPr>
          <p:cNvPr id="25" name="Oval 24">
            <a:extLst>
              <a:ext uri="{FF2B5EF4-FFF2-40B4-BE49-F238E27FC236}">
                <a16:creationId xmlns:a16="http://schemas.microsoft.com/office/drawing/2014/main" id="{C75378C8-8E5D-00BA-C136-6DB3520AEDC7}"/>
              </a:ext>
            </a:extLst>
          </p:cNvPr>
          <p:cNvSpPr/>
          <p:nvPr/>
        </p:nvSpPr>
        <p:spPr>
          <a:xfrm>
            <a:off x="3394714" y="2670893"/>
            <a:ext cx="1963972" cy="1868556"/>
          </a:xfrm>
          <a:prstGeom prst="ellipse">
            <a:avLst/>
          </a:prstGeom>
          <a:solidFill>
            <a:schemeClr val="tx1">
              <a:lumMod val="25000"/>
              <a:lumOff val="75000"/>
            </a:schemeClr>
          </a:solidFill>
          <a:ln>
            <a:solidFill>
              <a:schemeClr val="tx1">
                <a:lumMod val="25000"/>
                <a:lumOff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Google Shape;401;p36">
            <a:extLst>
              <a:ext uri="{FF2B5EF4-FFF2-40B4-BE49-F238E27FC236}">
                <a16:creationId xmlns:a16="http://schemas.microsoft.com/office/drawing/2014/main" id="{4409AE6B-7A81-F7C9-3180-80447E22014E}"/>
              </a:ext>
            </a:extLst>
          </p:cNvPr>
          <p:cNvSpPr txBox="1">
            <a:spLocks/>
          </p:cNvSpPr>
          <p:nvPr/>
        </p:nvSpPr>
        <p:spPr>
          <a:xfrm>
            <a:off x="6662222" y="2143193"/>
            <a:ext cx="1478456" cy="5277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spc="0">
                <a:solidFill>
                  <a:schemeClr val="dk1"/>
                </a:solidFill>
                <a:latin typeface="DM Serif Text"/>
                <a:ea typeface="DM Serif Text"/>
                <a:cs typeface="DM Serif Text"/>
                <a:sym typeface="DM Serif Text"/>
              </a:defRPr>
            </a:lvl1pPr>
            <a:lvl2pPr marL="914400" marR="0" lvl="1" indent="-304800" algn="ctr" rtl="0">
              <a:lnSpc>
                <a:spcPct val="100000"/>
              </a:lnSpc>
              <a:spcBef>
                <a:spcPts val="0"/>
              </a:spcBef>
              <a:spcAft>
                <a:spcPts val="0"/>
              </a:spcAft>
              <a:buClr>
                <a:schemeClr val="dk1"/>
              </a:buClr>
              <a:buSzPts val="2400"/>
              <a:buFont typeface="Raleway"/>
              <a:buNone/>
              <a:defRPr sz="2400" b="0" i="0" u="none" strike="noStrike" cap="none" spc="0">
                <a:solidFill>
                  <a:schemeClr val="dk1"/>
                </a:solidFill>
                <a:latin typeface="Raleway"/>
                <a:ea typeface="Raleway"/>
                <a:cs typeface="Raleway"/>
                <a:sym typeface="Raleway"/>
              </a:defRPr>
            </a:lvl2pPr>
            <a:lvl3pPr marL="1371600" marR="0" lvl="2" indent="-304800" algn="ctr" rtl="0">
              <a:lnSpc>
                <a:spcPct val="100000"/>
              </a:lnSpc>
              <a:spcBef>
                <a:spcPts val="0"/>
              </a:spcBef>
              <a:spcAft>
                <a:spcPts val="0"/>
              </a:spcAft>
              <a:buClr>
                <a:schemeClr val="dk1"/>
              </a:buClr>
              <a:buSzPts val="2400"/>
              <a:buFont typeface="Raleway"/>
              <a:buNone/>
              <a:defRPr sz="2400" b="0" i="0" u="none" strike="noStrike" cap="none" spc="0">
                <a:solidFill>
                  <a:schemeClr val="dk1"/>
                </a:solidFill>
                <a:latin typeface="Raleway"/>
                <a:ea typeface="Raleway"/>
                <a:cs typeface="Raleway"/>
                <a:sym typeface="Raleway"/>
              </a:defRPr>
            </a:lvl3pPr>
            <a:lvl4pPr marL="1828800" marR="0" lvl="3" indent="-304800" algn="ctr" rtl="0">
              <a:lnSpc>
                <a:spcPct val="100000"/>
              </a:lnSpc>
              <a:spcBef>
                <a:spcPts val="0"/>
              </a:spcBef>
              <a:spcAft>
                <a:spcPts val="0"/>
              </a:spcAft>
              <a:buClr>
                <a:schemeClr val="dk1"/>
              </a:buClr>
              <a:buSzPts val="2400"/>
              <a:buFont typeface="Raleway"/>
              <a:buNone/>
              <a:defRPr sz="2400" b="0" i="0" u="none" strike="noStrike" cap="none" spc="0">
                <a:solidFill>
                  <a:schemeClr val="dk1"/>
                </a:solidFill>
                <a:latin typeface="Raleway"/>
                <a:ea typeface="Raleway"/>
                <a:cs typeface="Raleway"/>
                <a:sym typeface="Raleway"/>
              </a:defRPr>
            </a:lvl4pPr>
            <a:lvl5pPr marL="2286000" marR="0" lvl="4" indent="-304800" algn="ctr" rtl="0">
              <a:lnSpc>
                <a:spcPct val="100000"/>
              </a:lnSpc>
              <a:spcBef>
                <a:spcPts val="0"/>
              </a:spcBef>
              <a:spcAft>
                <a:spcPts val="0"/>
              </a:spcAft>
              <a:buClr>
                <a:schemeClr val="dk1"/>
              </a:buClr>
              <a:buSzPts val="2400"/>
              <a:buFont typeface="Raleway"/>
              <a:buNone/>
              <a:defRPr sz="2400" b="0" i="0" u="none" strike="noStrike" cap="none" spc="0">
                <a:solidFill>
                  <a:schemeClr val="dk1"/>
                </a:solidFill>
                <a:latin typeface="Raleway"/>
                <a:ea typeface="Raleway"/>
                <a:cs typeface="Raleway"/>
                <a:sym typeface="Raleway"/>
              </a:defRPr>
            </a:lvl5pPr>
            <a:lvl6pPr marL="2743200" marR="0" lvl="5" indent="-304800" algn="ctr" rtl="0">
              <a:lnSpc>
                <a:spcPct val="100000"/>
              </a:lnSpc>
              <a:spcBef>
                <a:spcPts val="0"/>
              </a:spcBef>
              <a:spcAft>
                <a:spcPts val="0"/>
              </a:spcAft>
              <a:buClr>
                <a:schemeClr val="dk1"/>
              </a:buClr>
              <a:buSzPts val="2400"/>
              <a:buFont typeface="Raleway"/>
              <a:buNone/>
              <a:defRPr sz="2400" b="0" i="0" u="none" strike="noStrike" cap="none" spc="0">
                <a:solidFill>
                  <a:schemeClr val="dk1"/>
                </a:solidFill>
                <a:latin typeface="Raleway"/>
                <a:ea typeface="Raleway"/>
                <a:cs typeface="Raleway"/>
                <a:sym typeface="Raleway"/>
              </a:defRPr>
            </a:lvl6pPr>
            <a:lvl7pPr marL="3200400" marR="0" lvl="6" indent="-304800" algn="ctr" rtl="0">
              <a:lnSpc>
                <a:spcPct val="100000"/>
              </a:lnSpc>
              <a:spcBef>
                <a:spcPts val="0"/>
              </a:spcBef>
              <a:spcAft>
                <a:spcPts val="0"/>
              </a:spcAft>
              <a:buClr>
                <a:schemeClr val="dk1"/>
              </a:buClr>
              <a:buSzPts val="2400"/>
              <a:buFont typeface="Raleway"/>
              <a:buNone/>
              <a:defRPr sz="2400" b="0" i="0" u="none" strike="noStrike" cap="none" spc="0">
                <a:solidFill>
                  <a:schemeClr val="dk1"/>
                </a:solidFill>
                <a:latin typeface="Raleway"/>
                <a:ea typeface="Raleway"/>
                <a:cs typeface="Raleway"/>
                <a:sym typeface="Raleway"/>
              </a:defRPr>
            </a:lvl7pPr>
            <a:lvl8pPr marL="3657600" marR="0" lvl="7" indent="-304800" algn="ctr" rtl="0">
              <a:lnSpc>
                <a:spcPct val="100000"/>
              </a:lnSpc>
              <a:spcBef>
                <a:spcPts val="0"/>
              </a:spcBef>
              <a:spcAft>
                <a:spcPts val="0"/>
              </a:spcAft>
              <a:buClr>
                <a:schemeClr val="dk1"/>
              </a:buClr>
              <a:buSzPts val="2400"/>
              <a:buFont typeface="Raleway"/>
              <a:buNone/>
              <a:defRPr sz="2400" b="0" i="0" u="none" strike="noStrike" cap="none" spc="0">
                <a:solidFill>
                  <a:schemeClr val="dk1"/>
                </a:solidFill>
                <a:latin typeface="Raleway"/>
                <a:ea typeface="Raleway"/>
                <a:cs typeface="Raleway"/>
                <a:sym typeface="Raleway"/>
              </a:defRPr>
            </a:lvl8pPr>
            <a:lvl9pPr marL="4114800" marR="0" lvl="8" indent="-304800" algn="ctr" rtl="0">
              <a:lnSpc>
                <a:spcPct val="100000"/>
              </a:lnSpc>
              <a:spcBef>
                <a:spcPts val="0"/>
              </a:spcBef>
              <a:spcAft>
                <a:spcPts val="0"/>
              </a:spcAft>
              <a:buClr>
                <a:schemeClr val="dk1"/>
              </a:buClr>
              <a:buSzPts val="2400"/>
              <a:buFont typeface="Raleway"/>
              <a:buNone/>
              <a:defRPr sz="2400" b="0" i="0" u="none" strike="noStrike" cap="none" spc="0">
                <a:solidFill>
                  <a:schemeClr val="dk1"/>
                </a:solidFill>
                <a:latin typeface="Raleway"/>
                <a:ea typeface="Raleway"/>
                <a:cs typeface="Raleway"/>
                <a:sym typeface="Raleway"/>
              </a:defRPr>
            </a:lvl9pPr>
          </a:lstStyle>
          <a:p>
            <a:pPr marL="0" indent="0" algn="ctr"/>
            <a:r>
              <a:rPr lang="en-US" b="1" dirty="0">
                <a:solidFill>
                  <a:schemeClr val="bg2"/>
                </a:solidFill>
              </a:rPr>
              <a:t>RAG</a:t>
            </a:r>
          </a:p>
          <a:p>
            <a:pPr marL="0" indent="0" algn="ctr"/>
            <a:r>
              <a:rPr lang="en-US" sz="1600" dirty="0">
                <a:solidFill>
                  <a:schemeClr val="bg2"/>
                </a:solidFill>
              </a:rPr>
              <a:t>Connect your data to LLMs</a:t>
            </a:r>
          </a:p>
        </p:txBody>
      </p:sp>
      <p:sp>
        <p:nvSpPr>
          <p:cNvPr id="39" name="Google Shape;401;p36">
            <a:extLst>
              <a:ext uri="{FF2B5EF4-FFF2-40B4-BE49-F238E27FC236}">
                <a16:creationId xmlns:a16="http://schemas.microsoft.com/office/drawing/2014/main" id="{68D73227-7336-58E2-F8B2-98D05998252F}"/>
              </a:ext>
            </a:extLst>
          </p:cNvPr>
          <p:cNvSpPr txBox="1">
            <a:spLocks/>
          </p:cNvSpPr>
          <p:nvPr/>
        </p:nvSpPr>
        <p:spPr>
          <a:xfrm>
            <a:off x="3658971" y="3820758"/>
            <a:ext cx="1478456" cy="5277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spc="0">
                <a:solidFill>
                  <a:schemeClr val="dk1"/>
                </a:solidFill>
                <a:latin typeface="DM Serif Text"/>
                <a:ea typeface="DM Serif Text"/>
                <a:cs typeface="DM Serif Text"/>
                <a:sym typeface="DM Serif Text"/>
              </a:defRPr>
            </a:lvl1pPr>
            <a:lvl2pPr marL="914400" marR="0" lvl="1" indent="-304800" algn="ctr" rtl="0">
              <a:lnSpc>
                <a:spcPct val="100000"/>
              </a:lnSpc>
              <a:spcBef>
                <a:spcPts val="0"/>
              </a:spcBef>
              <a:spcAft>
                <a:spcPts val="0"/>
              </a:spcAft>
              <a:buClr>
                <a:schemeClr val="dk1"/>
              </a:buClr>
              <a:buSzPts val="2400"/>
              <a:buFont typeface="Raleway"/>
              <a:buNone/>
              <a:defRPr sz="2400" b="0" i="0" u="none" strike="noStrike" cap="none" spc="0">
                <a:solidFill>
                  <a:schemeClr val="dk1"/>
                </a:solidFill>
                <a:latin typeface="Raleway"/>
                <a:ea typeface="Raleway"/>
                <a:cs typeface="Raleway"/>
                <a:sym typeface="Raleway"/>
              </a:defRPr>
            </a:lvl2pPr>
            <a:lvl3pPr marL="1371600" marR="0" lvl="2" indent="-304800" algn="ctr" rtl="0">
              <a:lnSpc>
                <a:spcPct val="100000"/>
              </a:lnSpc>
              <a:spcBef>
                <a:spcPts val="0"/>
              </a:spcBef>
              <a:spcAft>
                <a:spcPts val="0"/>
              </a:spcAft>
              <a:buClr>
                <a:schemeClr val="dk1"/>
              </a:buClr>
              <a:buSzPts val="2400"/>
              <a:buFont typeface="Raleway"/>
              <a:buNone/>
              <a:defRPr sz="2400" b="0" i="0" u="none" strike="noStrike" cap="none" spc="0">
                <a:solidFill>
                  <a:schemeClr val="dk1"/>
                </a:solidFill>
                <a:latin typeface="Raleway"/>
                <a:ea typeface="Raleway"/>
                <a:cs typeface="Raleway"/>
                <a:sym typeface="Raleway"/>
              </a:defRPr>
            </a:lvl3pPr>
            <a:lvl4pPr marL="1828800" marR="0" lvl="3" indent="-304800" algn="ctr" rtl="0">
              <a:lnSpc>
                <a:spcPct val="100000"/>
              </a:lnSpc>
              <a:spcBef>
                <a:spcPts val="0"/>
              </a:spcBef>
              <a:spcAft>
                <a:spcPts val="0"/>
              </a:spcAft>
              <a:buClr>
                <a:schemeClr val="dk1"/>
              </a:buClr>
              <a:buSzPts val="2400"/>
              <a:buFont typeface="Raleway"/>
              <a:buNone/>
              <a:defRPr sz="2400" b="0" i="0" u="none" strike="noStrike" cap="none" spc="0">
                <a:solidFill>
                  <a:schemeClr val="dk1"/>
                </a:solidFill>
                <a:latin typeface="Raleway"/>
                <a:ea typeface="Raleway"/>
                <a:cs typeface="Raleway"/>
                <a:sym typeface="Raleway"/>
              </a:defRPr>
            </a:lvl4pPr>
            <a:lvl5pPr marL="2286000" marR="0" lvl="4" indent="-304800" algn="ctr" rtl="0">
              <a:lnSpc>
                <a:spcPct val="100000"/>
              </a:lnSpc>
              <a:spcBef>
                <a:spcPts val="0"/>
              </a:spcBef>
              <a:spcAft>
                <a:spcPts val="0"/>
              </a:spcAft>
              <a:buClr>
                <a:schemeClr val="dk1"/>
              </a:buClr>
              <a:buSzPts val="2400"/>
              <a:buFont typeface="Raleway"/>
              <a:buNone/>
              <a:defRPr sz="2400" b="0" i="0" u="none" strike="noStrike" cap="none" spc="0">
                <a:solidFill>
                  <a:schemeClr val="dk1"/>
                </a:solidFill>
                <a:latin typeface="Raleway"/>
                <a:ea typeface="Raleway"/>
                <a:cs typeface="Raleway"/>
                <a:sym typeface="Raleway"/>
              </a:defRPr>
            </a:lvl5pPr>
            <a:lvl6pPr marL="2743200" marR="0" lvl="5" indent="-304800" algn="ctr" rtl="0">
              <a:lnSpc>
                <a:spcPct val="100000"/>
              </a:lnSpc>
              <a:spcBef>
                <a:spcPts val="0"/>
              </a:spcBef>
              <a:spcAft>
                <a:spcPts val="0"/>
              </a:spcAft>
              <a:buClr>
                <a:schemeClr val="dk1"/>
              </a:buClr>
              <a:buSzPts val="2400"/>
              <a:buFont typeface="Raleway"/>
              <a:buNone/>
              <a:defRPr sz="2400" b="0" i="0" u="none" strike="noStrike" cap="none" spc="0">
                <a:solidFill>
                  <a:schemeClr val="dk1"/>
                </a:solidFill>
                <a:latin typeface="Raleway"/>
                <a:ea typeface="Raleway"/>
                <a:cs typeface="Raleway"/>
                <a:sym typeface="Raleway"/>
              </a:defRPr>
            </a:lvl6pPr>
            <a:lvl7pPr marL="3200400" marR="0" lvl="6" indent="-304800" algn="ctr" rtl="0">
              <a:lnSpc>
                <a:spcPct val="100000"/>
              </a:lnSpc>
              <a:spcBef>
                <a:spcPts val="0"/>
              </a:spcBef>
              <a:spcAft>
                <a:spcPts val="0"/>
              </a:spcAft>
              <a:buClr>
                <a:schemeClr val="dk1"/>
              </a:buClr>
              <a:buSzPts val="2400"/>
              <a:buFont typeface="Raleway"/>
              <a:buNone/>
              <a:defRPr sz="2400" b="0" i="0" u="none" strike="noStrike" cap="none" spc="0">
                <a:solidFill>
                  <a:schemeClr val="dk1"/>
                </a:solidFill>
                <a:latin typeface="Raleway"/>
                <a:ea typeface="Raleway"/>
                <a:cs typeface="Raleway"/>
                <a:sym typeface="Raleway"/>
              </a:defRPr>
            </a:lvl7pPr>
            <a:lvl8pPr marL="3657600" marR="0" lvl="7" indent="-304800" algn="ctr" rtl="0">
              <a:lnSpc>
                <a:spcPct val="100000"/>
              </a:lnSpc>
              <a:spcBef>
                <a:spcPts val="0"/>
              </a:spcBef>
              <a:spcAft>
                <a:spcPts val="0"/>
              </a:spcAft>
              <a:buClr>
                <a:schemeClr val="dk1"/>
              </a:buClr>
              <a:buSzPts val="2400"/>
              <a:buFont typeface="Raleway"/>
              <a:buNone/>
              <a:defRPr sz="2400" b="0" i="0" u="none" strike="noStrike" cap="none" spc="0">
                <a:solidFill>
                  <a:schemeClr val="dk1"/>
                </a:solidFill>
                <a:latin typeface="Raleway"/>
                <a:ea typeface="Raleway"/>
                <a:cs typeface="Raleway"/>
                <a:sym typeface="Raleway"/>
              </a:defRPr>
            </a:lvl8pPr>
            <a:lvl9pPr marL="4114800" marR="0" lvl="8" indent="-304800" algn="ctr" rtl="0">
              <a:lnSpc>
                <a:spcPct val="100000"/>
              </a:lnSpc>
              <a:spcBef>
                <a:spcPts val="0"/>
              </a:spcBef>
              <a:spcAft>
                <a:spcPts val="0"/>
              </a:spcAft>
              <a:buClr>
                <a:schemeClr val="dk1"/>
              </a:buClr>
              <a:buSzPts val="2400"/>
              <a:buFont typeface="Raleway"/>
              <a:buNone/>
              <a:defRPr sz="2400" b="0" i="0" u="none" strike="noStrike" cap="none" spc="0">
                <a:solidFill>
                  <a:schemeClr val="dk1"/>
                </a:solidFill>
                <a:latin typeface="Raleway"/>
                <a:ea typeface="Raleway"/>
                <a:cs typeface="Raleway"/>
                <a:sym typeface="Raleway"/>
              </a:defRPr>
            </a:lvl9pPr>
          </a:lstStyle>
          <a:p>
            <a:pPr marL="0" indent="0" algn="ctr"/>
            <a:r>
              <a:rPr lang="en-US" b="1" dirty="0">
                <a:solidFill>
                  <a:schemeClr val="tx1"/>
                </a:solidFill>
              </a:rPr>
              <a:t>Agentic Systems</a:t>
            </a:r>
          </a:p>
          <a:p>
            <a:pPr marL="0" indent="0" algn="ctr"/>
            <a:r>
              <a:rPr lang="en-US" sz="1600" dirty="0">
                <a:solidFill>
                  <a:schemeClr val="tx1"/>
                </a:solidFill>
              </a:rPr>
              <a:t>Plan and take actions across the SDLC</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5" name="Google Shape;395;p3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AI in Industry: Honeywell</a:t>
            </a:r>
            <a:endParaRPr/>
          </a:p>
        </p:txBody>
      </p:sp>
      <p:sp>
        <p:nvSpPr>
          <p:cNvPr id="396" name="Google Shape;396;p36"/>
          <p:cNvSpPr txBox="1">
            <a:spLocks noGrp="1"/>
          </p:cNvSpPr>
          <p:nvPr>
            <p:ph type="subTitle" idx="4"/>
          </p:nvPr>
        </p:nvSpPr>
        <p:spPr>
          <a:xfrm>
            <a:off x="824075" y="1806675"/>
            <a:ext cx="2243400" cy="52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Experion Operations</a:t>
            </a:r>
            <a:endParaRPr/>
          </a:p>
        </p:txBody>
      </p:sp>
      <p:sp>
        <p:nvSpPr>
          <p:cNvPr id="397" name="Google Shape;397;p36"/>
          <p:cNvSpPr txBox="1">
            <a:spLocks noGrp="1"/>
          </p:cNvSpPr>
          <p:nvPr>
            <p:ph type="subTitle" idx="5"/>
          </p:nvPr>
        </p:nvSpPr>
        <p:spPr>
          <a:xfrm>
            <a:off x="3450368" y="1806676"/>
            <a:ext cx="2243400" cy="52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Forge Production</a:t>
            </a:r>
            <a:endParaRPr/>
          </a:p>
        </p:txBody>
      </p:sp>
      <p:sp>
        <p:nvSpPr>
          <p:cNvPr id="398" name="Google Shape;398;p36"/>
          <p:cNvSpPr txBox="1">
            <a:spLocks noGrp="1"/>
          </p:cNvSpPr>
          <p:nvPr>
            <p:ph type="subTitle" idx="1"/>
          </p:nvPr>
        </p:nvSpPr>
        <p:spPr>
          <a:xfrm>
            <a:off x="824075" y="2421750"/>
            <a:ext cx="2243400" cy="176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 AI control-room assistant built into Honeywell’s DCS, helping operators catch issues earlier as veteran staff retire.</a:t>
            </a:r>
            <a:endParaRPr/>
          </a:p>
        </p:txBody>
      </p:sp>
      <p:sp>
        <p:nvSpPr>
          <p:cNvPr id="399" name="Google Shape;399;p36"/>
          <p:cNvSpPr txBox="1">
            <a:spLocks noGrp="1"/>
          </p:cNvSpPr>
          <p:nvPr>
            <p:ph type="subTitle" idx="2"/>
          </p:nvPr>
        </p:nvSpPr>
        <p:spPr>
          <a:xfrm>
            <a:off x="3450365" y="2421750"/>
            <a:ext cx="2243400" cy="176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Correlates events and data across plant operations, speeding up root-cause analysis for manufacturers.</a:t>
            </a:r>
            <a:endParaRPr/>
          </a:p>
        </p:txBody>
      </p:sp>
      <p:sp>
        <p:nvSpPr>
          <p:cNvPr id="400" name="Google Shape;400;p36"/>
          <p:cNvSpPr txBox="1">
            <a:spLocks noGrp="1"/>
          </p:cNvSpPr>
          <p:nvPr>
            <p:ph type="subTitle" idx="3"/>
          </p:nvPr>
        </p:nvSpPr>
        <p:spPr>
          <a:xfrm>
            <a:off x="6076661" y="2421750"/>
            <a:ext cx="2243400" cy="176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cloud-native AI platform digitizing paper-based workflows in life sciences manufacturing.</a:t>
            </a:r>
            <a:endParaRPr/>
          </a:p>
        </p:txBody>
      </p:sp>
      <p:sp>
        <p:nvSpPr>
          <p:cNvPr id="401" name="Google Shape;401;p36"/>
          <p:cNvSpPr txBox="1">
            <a:spLocks noGrp="1"/>
          </p:cNvSpPr>
          <p:nvPr>
            <p:ph type="subTitle" idx="6"/>
          </p:nvPr>
        </p:nvSpPr>
        <p:spPr>
          <a:xfrm>
            <a:off x="6076661" y="1806675"/>
            <a:ext cx="2243400" cy="52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TrackWise Manufacturing</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5" name="Google Shape;395;p3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Emerging Areas to Watch</a:t>
            </a:r>
            <a:endParaRPr/>
          </a:p>
        </p:txBody>
      </p:sp>
      <p:sp>
        <p:nvSpPr>
          <p:cNvPr id="396" name="Google Shape;396;p36"/>
          <p:cNvSpPr txBox="1">
            <a:spLocks noGrp="1"/>
          </p:cNvSpPr>
          <p:nvPr>
            <p:ph type="subTitle" idx="4"/>
          </p:nvPr>
        </p:nvSpPr>
        <p:spPr>
          <a:xfrm>
            <a:off x="824075" y="1806675"/>
            <a:ext cx="2243400" cy="52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AI Coding Agents</a:t>
            </a:r>
            <a:endParaRPr/>
          </a:p>
        </p:txBody>
      </p:sp>
      <p:sp>
        <p:nvSpPr>
          <p:cNvPr id="397" name="Google Shape;397;p36"/>
          <p:cNvSpPr txBox="1">
            <a:spLocks noGrp="1"/>
          </p:cNvSpPr>
          <p:nvPr>
            <p:ph type="subTitle" idx="5"/>
          </p:nvPr>
        </p:nvSpPr>
        <p:spPr>
          <a:xfrm>
            <a:off x="3450368" y="1806676"/>
            <a:ext cx="2243400" cy="52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Multimodal AI</a:t>
            </a:r>
            <a:endParaRPr/>
          </a:p>
        </p:txBody>
      </p:sp>
      <p:sp>
        <p:nvSpPr>
          <p:cNvPr id="398" name="Google Shape;398;p36"/>
          <p:cNvSpPr txBox="1">
            <a:spLocks noGrp="1"/>
          </p:cNvSpPr>
          <p:nvPr>
            <p:ph type="subTitle" idx="1"/>
          </p:nvPr>
        </p:nvSpPr>
        <p:spPr>
          <a:xfrm>
            <a:off x="824075" y="2421750"/>
            <a:ext cx="2243400" cy="176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Agents that plan, write, run, and fix code across terminal, IDE, and desktop — far past simple autocomplete.</a:t>
            </a:r>
            <a:endParaRPr/>
          </a:p>
        </p:txBody>
      </p:sp>
      <p:sp>
        <p:nvSpPr>
          <p:cNvPr id="399" name="Google Shape;399;p36"/>
          <p:cNvSpPr txBox="1">
            <a:spLocks noGrp="1"/>
          </p:cNvSpPr>
          <p:nvPr>
            <p:ph type="subTitle" idx="2"/>
          </p:nvPr>
        </p:nvSpPr>
        <p:spPr>
          <a:xfrm>
            <a:off x="3450365" y="2421750"/>
            <a:ext cx="2243400" cy="176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Models that read text, images, audio, and video together — increasingly working quietly in the background of everyday apps.</a:t>
            </a:r>
            <a:endParaRPr/>
          </a:p>
        </p:txBody>
      </p:sp>
      <p:sp>
        <p:nvSpPr>
          <p:cNvPr id="400" name="Google Shape;400;p36"/>
          <p:cNvSpPr txBox="1">
            <a:spLocks noGrp="1"/>
          </p:cNvSpPr>
          <p:nvPr>
            <p:ph type="subTitle" idx="3"/>
          </p:nvPr>
        </p:nvSpPr>
        <p:spPr>
          <a:xfrm>
            <a:off x="6076661" y="2421750"/>
            <a:ext cx="2243400" cy="176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Often called “USB-C for AI” — an open standard letting any model plug into any tool without custom integration work.</a:t>
            </a:r>
            <a:endParaRPr/>
          </a:p>
        </p:txBody>
      </p:sp>
      <p:sp>
        <p:nvSpPr>
          <p:cNvPr id="401" name="Google Shape;401;p36"/>
          <p:cNvSpPr txBox="1">
            <a:spLocks noGrp="1"/>
          </p:cNvSpPr>
          <p:nvPr>
            <p:ph type="subTitle" idx="6"/>
          </p:nvPr>
        </p:nvSpPr>
        <p:spPr>
          <a:xfrm>
            <a:off x="6076661" y="1806675"/>
            <a:ext cx="2243400" cy="52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MCP (Model Context Protocol)</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71"/>
        <p:cNvGrpSpPr/>
        <p:nvPr/>
      </p:nvGrpSpPr>
      <p:grpSpPr>
        <a:xfrm>
          <a:off x="0" y="0"/>
          <a:ext cx="0" cy="0"/>
          <a:chOff x="0" y="0"/>
          <a:chExt cx="0" cy="0"/>
        </a:xfrm>
      </p:grpSpPr>
      <p:sp>
        <p:nvSpPr>
          <p:cNvPr id="372" name="Google Shape;372;p33"/>
          <p:cNvSpPr txBox="1">
            <a:spLocks noGrp="1"/>
          </p:cNvSpPr>
          <p:nvPr>
            <p:ph type="title"/>
          </p:nvPr>
        </p:nvSpPr>
        <p:spPr>
          <a:xfrm>
            <a:off x="2050000" y="1450000"/>
            <a:ext cx="6378900" cy="14000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sz="4000"/>
              <a:t>The Road Ahead</a:t>
            </a:r>
            <a:endParaRPr/>
          </a:p>
        </p:txBody>
      </p:sp>
      <p:sp>
        <p:nvSpPr>
          <p:cNvPr id="373" name="Google Shape;373;p33"/>
          <p:cNvSpPr txBox="1">
            <a:spLocks noGrp="1"/>
          </p:cNvSpPr>
          <p:nvPr>
            <p:ph type="title" idx="2"/>
          </p:nvPr>
        </p:nvSpPr>
        <p:spPr>
          <a:xfrm>
            <a:off x="715100" y="535000"/>
            <a:ext cx="1117500" cy="943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06</a:t>
            </a:r>
            <a:endParaRPr/>
          </a:p>
        </p:txBody>
      </p:sp>
      <p:cxnSp>
        <p:nvCxnSpPr>
          <p:cNvPr id="374" name="Google Shape;374;p33"/>
          <p:cNvCxnSpPr/>
          <p:nvPr/>
        </p:nvCxnSpPr>
        <p:spPr>
          <a:xfrm>
            <a:off x="-286075" y="3152400"/>
            <a:ext cx="9896700" cy="0"/>
          </a:xfrm>
          <a:prstGeom prst="straightConnector1">
            <a:avLst/>
          </a:prstGeom>
          <a:noFill/>
          <a:ln w="9525" cap="flat" cmpd="sng">
            <a:solidFill>
              <a:schemeClr val="lt1"/>
            </a:solidFill>
            <a:prstDash val="solid"/>
            <a:round/>
            <a:headEnd type="none" w="med" len="med"/>
            <a:tailEnd type="none" w="med" len="med"/>
          </a:ln>
        </p:spPr>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35"/>
          <p:cNvSpPr txBox="1">
            <a:spLocks noGrp="1"/>
          </p:cNvSpPr>
          <p:nvPr>
            <p:ph type="subTitle" idx="4"/>
          </p:nvPr>
        </p:nvSpPr>
        <p:spPr>
          <a:xfrm>
            <a:off x="4923250" y="1771900"/>
            <a:ext cx="2505600" cy="558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Foundations That Don't</a:t>
            </a:r>
            <a:endParaRPr/>
          </a:p>
        </p:txBody>
      </p:sp>
      <p:sp>
        <p:nvSpPr>
          <p:cNvPr id="387" name="Google Shape;387;p3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What to Actually Study</a:t>
            </a:r>
            <a:endParaRPr/>
          </a:p>
        </p:txBody>
      </p:sp>
      <p:sp>
        <p:nvSpPr>
          <p:cNvPr id="388" name="Google Shape;388;p35"/>
          <p:cNvSpPr txBox="1">
            <a:spLocks noGrp="1"/>
          </p:cNvSpPr>
          <p:nvPr>
            <p:ph type="subTitle" idx="1"/>
          </p:nvPr>
        </p:nvSpPr>
        <p:spPr>
          <a:xfrm>
            <a:off x="4923250" y="2421751"/>
            <a:ext cx="2505600" cy="1506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Python, data literacy, systems thinking, and clear communication outlast every tool cycle. Invest here first.</a:t>
            </a:r>
            <a:endParaRPr/>
          </a:p>
        </p:txBody>
      </p:sp>
      <p:sp>
        <p:nvSpPr>
          <p:cNvPr id="389" name="Google Shape;389;p35"/>
          <p:cNvSpPr txBox="1">
            <a:spLocks noGrp="1"/>
          </p:cNvSpPr>
          <p:nvPr>
            <p:ph type="subTitle" idx="2"/>
          </p:nvPr>
        </p:nvSpPr>
        <p:spPr>
          <a:xfrm>
            <a:off x="1715375" y="2421750"/>
            <a:ext cx="2505600" cy="1506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Frameworks, models, and IDEs cycle every few months. AI coding capability alone is estimated to double roughly every 7 months.</a:t>
            </a:r>
            <a:endParaRPr/>
          </a:p>
        </p:txBody>
      </p:sp>
      <p:sp>
        <p:nvSpPr>
          <p:cNvPr id="390" name="Google Shape;390;p35"/>
          <p:cNvSpPr txBox="1">
            <a:spLocks noGrp="1"/>
          </p:cNvSpPr>
          <p:nvPr>
            <p:ph type="subTitle" idx="3"/>
          </p:nvPr>
        </p:nvSpPr>
        <p:spPr>
          <a:xfrm>
            <a:off x="1715375" y="1771890"/>
            <a:ext cx="2505600" cy="558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Tools That Change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60"/>
        <p:cNvGrpSpPr/>
        <p:nvPr/>
      </p:nvGrpSpPr>
      <p:grpSpPr>
        <a:xfrm>
          <a:off x="0" y="0"/>
          <a:ext cx="0" cy="0"/>
          <a:chOff x="0" y="0"/>
          <a:chExt cx="0" cy="0"/>
        </a:xfrm>
      </p:grpSpPr>
      <p:sp>
        <p:nvSpPr>
          <p:cNvPr id="561" name="Google Shape;561;p49"/>
          <p:cNvSpPr txBox="1">
            <a:spLocks noGrp="1"/>
          </p:cNvSpPr>
          <p:nvPr>
            <p:ph type="subTitle" idx="1"/>
          </p:nvPr>
        </p:nvSpPr>
        <p:spPr>
          <a:xfrm>
            <a:off x="4915275" y="1820675"/>
            <a:ext cx="3513600" cy="943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b="1"/>
              <a:t>Let's discuss</a:t>
            </a:r>
            <a:endParaRPr b="1"/>
          </a:p>
          <a:p>
            <a:pPr marL="0" lvl="0" indent="0" algn="ctr" rtl="0">
              <a:spcBef>
                <a:spcPts val="0"/>
              </a:spcBef>
              <a:spcAft>
                <a:spcPts val="0"/>
              </a:spcAft>
              <a:buNone/>
            </a:pPr>
            <a:r>
              <a:rPr lang="en"/>
              <a:t>Questions, pushback, and predictions welcome</a:t>
            </a:r>
            <a:endParaRPr/>
          </a:p>
          <a:p>
            <a:pPr marL="0" lvl="0" indent="0" algn="ctr" rtl="0">
              <a:spcBef>
                <a:spcPts val="0"/>
              </a:spcBef>
              <a:spcAft>
                <a:spcPts val="0"/>
              </a:spcAft>
              <a:buNone/>
            </a:pPr>
            <a:endParaRPr/>
          </a:p>
          <a:p>
            <a:pPr marL="0" lvl="0" indent="0" algn="ctr" rtl="0">
              <a:spcBef>
                <a:spcPts val="0"/>
              </a:spcBef>
              <a:spcAft>
                <a:spcPts val="0"/>
              </a:spcAft>
              <a:buNone/>
            </a:pPr>
            <a:endParaRPr/>
          </a:p>
        </p:txBody>
      </p:sp>
      <p:sp>
        <p:nvSpPr>
          <p:cNvPr id="562" name="Google Shape;562;p49"/>
          <p:cNvSpPr txBox="1">
            <a:spLocks noGrp="1"/>
          </p:cNvSpPr>
          <p:nvPr>
            <p:ph type="ctrTitle"/>
          </p:nvPr>
        </p:nvSpPr>
        <p:spPr>
          <a:xfrm>
            <a:off x="4915200" y="862150"/>
            <a:ext cx="3513600" cy="997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Thanks!</a:t>
            </a:r>
            <a:endParaRPr/>
          </a:p>
        </p:txBody>
      </p:sp>
      <p:sp>
        <p:nvSpPr>
          <p:cNvPr id="563" name="Google Shape;563;p49"/>
          <p:cNvSpPr txBox="1"/>
          <p:nvPr/>
        </p:nvSpPr>
        <p:spPr>
          <a:xfrm>
            <a:off x="4915289" y="4005353"/>
            <a:ext cx="3513600" cy="276000"/>
          </a:xfrm>
          <a:prstGeom prst="rect">
            <a:avLst/>
          </a:prstGeom>
          <a:noFill/>
          <a:ln>
            <a:noFill/>
          </a:ln>
        </p:spPr>
        <p:txBody>
          <a:bodyPr spcFirstLastPara="1" wrap="square" lIns="91425" tIns="91425" rIns="91425" bIns="91425" anchor="t" anchorCtr="0">
            <a:noAutofit/>
          </a:bodyPr>
          <a:lstStyle/>
          <a:p>
            <a:pPr marL="0" lvl="0" indent="0" algn="ctr" rtl="0">
              <a:spcBef>
                <a:spcPts val="300"/>
              </a:spcBef>
              <a:spcAft>
                <a:spcPts val="0"/>
              </a:spcAft>
              <a:buNone/>
            </a:pPr>
            <a:endParaRPr sz="1000">
              <a:solidFill>
                <a:schemeClr val="dk1"/>
              </a:solidFill>
              <a:latin typeface="Arimo"/>
              <a:ea typeface="Arimo"/>
              <a:cs typeface="Arimo"/>
              <a:sym typeface="Arimo"/>
            </a:endParaRPr>
          </a:p>
        </p:txBody>
      </p:sp>
      <p:grpSp>
        <p:nvGrpSpPr>
          <p:cNvPr id="564" name="Google Shape;564;p49"/>
          <p:cNvGrpSpPr/>
          <p:nvPr/>
        </p:nvGrpSpPr>
        <p:grpSpPr>
          <a:xfrm>
            <a:off x="6017616" y="2839634"/>
            <a:ext cx="337286" cy="337243"/>
            <a:chOff x="3368074" y="3882537"/>
            <a:chExt cx="215298" cy="215298"/>
          </a:xfrm>
        </p:grpSpPr>
        <p:sp>
          <p:nvSpPr>
            <p:cNvPr id="565" name="Google Shape;565;p49"/>
            <p:cNvSpPr/>
            <p:nvPr/>
          </p:nvSpPr>
          <p:spPr>
            <a:xfrm>
              <a:off x="3368074" y="3882537"/>
              <a:ext cx="215298" cy="215298"/>
            </a:xfrm>
            <a:custGeom>
              <a:avLst/>
              <a:gdLst/>
              <a:ahLst/>
              <a:cxnLst/>
              <a:rect l="l" t="t" r="r" b="b"/>
              <a:pathLst>
                <a:path w="6764" h="6764" extrusionOk="0">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49"/>
            <p:cNvSpPr/>
            <p:nvPr/>
          </p:nvSpPr>
          <p:spPr>
            <a:xfrm>
              <a:off x="3418143" y="3933656"/>
              <a:ext cx="114811" cy="112742"/>
            </a:xfrm>
            <a:custGeom>
              <a:avLst/>
              <a:gdLst/>
              <a:ahLst/>
              <a:cxnLst/>
              <a:rect l="l" t="t" r="r" b="b"/>
              <a:pathLst>
                <a:path w="3607" h="3542" extrusionOk="0">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49"/>
            <p:cNvSpPr/>
            <p:nvPr/>
          </p:nvSpPr>
          <p:spPr>
            <a:xfrm>
              <a:off x="3519298" y="3910197"/>
              <a:ext cx="29570" cy="29220"/>
            </a:xfrm>
            <a:custGeom>
              <a:avLst/>
              <a:gdLst/>
              <a:ahLst/>
              <a:cxnLst/>
              <a:rect l="l" t="t" r="r" b="b"/>
              <a:pathLst>
                <a:path w="929" h="918" extrusionOk="0">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8" name="Google Shape;568;p49"/>
          <p:cNvGrpSpPr/>
          <p:nvPr/>
        </p:nvGrpSpPr>
        <p:grpSpPr>
          <a:xfrm>
            <a:off x="6488309" y="2862494"/>
            <a:ext cx="326017" cy="291523"/>
            <a:chOff x="3824739" y="3890112"/>
            <a:chExt cx="208105" cy="186110"/>
          </a:xfrm>
        </p:grpSpPr>
        <p:sp>
          <p:nvSpPr>
            <p:cNvPr id="569" name="Google Shape;569;p49"/>
            <p:cNvSpPr/>
            <p:nvPr/>
          </p:nvSpPr>
          <p:spPr>
            <a:xfrm>
              <a:off x="3831933" y="3955682"/>
              <a:ext cx="47809" cy="120540"/>
            </a:xfrm>
            <a:custGeom>
              <a:avLst/>
              <a:gdLst/>
              <a:ahLst/>
              <a:cxnLst/>
              <a:rect l="l" t="t" r="r" b="b"/>
              <a:pathLst>
                <a:path w="1502" h="3787" extrusionOk="0">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49"/>
            <p:cNvSpPr/>
            <p:nvPr/>
          </p:nvSpPr>
          <p:spPr>
            <a:xfrm>
              <a:off x="3824739" y="3890112"/>
              <a:ext cx="55002" cy="55002"/>
            </a:xfrm>
            <a:custGeom>
              <a:avLst/>
              <a:gdLst/>
              <a:ahLst/>
              <a:cxnLst/>
              <a:rect l="l" t="t" r="r" b="b"/>
              <a:pathLst>
                <a:path w="1728" h="1728" extrusionOk="0">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49"/>
            <p:cNvSpPr/>
            <p:nvPr/>
          </p:nvSpPr>
          <p:spPr>
            <a:xfrm>
              <a:off x="3904696" y="3955682"/>
              <a:ext cx="128148" cy="120540"/>
            </a:xfrm>
            <a:custGeom>
              <a:avLst/>
              <a:gdLst/>
              <a:ahLst/>
              <a:cxnLst/>
              <a:rect l="l" t="t" r="r" b="b"/>
              <a:pathLst>
                <a:path w="4026" h="3787" extrusionOk="0">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72" name="Google Shape;572;p49"/>
          <p:cNvSpPr/>
          <p:nvPr/>
        </p:nvSpPr>
        <p:spPr>
          <a:xfrm>
            <a:off x="6970166" y="2862913"/>
            <a:ext cx="356218" cy="290948"/>
          </a:xfrm>
          <a:custGeom>
            <a:avLst/>
            <a:gdLst/>
            <a:ahLst/>
            <a:cxnLst/>
            <a:rect l="l" t="t" r="r" b="b"/>
            <a:pathLst>
              <a:path w="7144" h="5835" extrusionOk="0">
                <a:moveTo>
                  <a:pt x="4620" y="0"/>
                </a:moveTo>
                <a:cubicBezTo>
                  <a:pt x="3727" y="0"/>
                  <a:pt x="2977" y="691"/>
                  <a:pt x="2905" y="1572"/>
                </a:cubicBezTo>
                <a:cubicBezTo>
                  <a:pt x="2727" y="1548"/>
                  <a:pt x="2358" y="1441"/>
                  <a:pt x="2262" y="1405"/>
                </a:cubicBezTo>
                <a:cubicBezTo>
                  <a:pt x="1643" y="1203"/>
                  <a:pt x="1072" y="810"/>
                  <a:pt x="631" y="322"/>
                </a:cubicBezTo>
                <a:cubicBezTo>
                  <a:pt x="596" y="298"/>
                  <a:pt x="572" y="274"/>
                  <a:pt x="524" y="262"/>
                </a:cubicBezTo>
                <a:cubicBezTo>
                  <a:pt x="517" y="261"/>
                  <a:pt x="509" y="260"/>
                  <a:pt x="501" y="260"/>
                </a:cubicBezTo>
                <a:cubicBezTo>
                  <a:pt x="436" y="260"/>
                  <a:pt x="367" y="304"/>
                  <a:pt x="346" y="357"/>
                </a:cubicBezTo>
                <a:cubicBezTo>
                  <a:pt x="238" y="572"/>
                  <a:pt x="179" y="810"/>
                  <a:pt x="179" y="1048"/>
                </a:cubicBezTo>
                <a:cubicBezTo>
                  <a:pt x="179" y="1393"/>
                  <a:pt x="286" y="1727"/>
                  <a:pt x="476" y="1977"/>
                </a:cubicBezTo>
                <a:cubicBezTo>
                  <a:pt x="466" y="1975"/>
                  <a:pt x="456" y="1974"/>
                  <a:pt x="446" y="1974"/>
                </a:cubicBezTo>
                <a:cubicBezTo>
                  <a:pt x="397" y="1974"/>
                  <a:pt x="349" y="1997"/>
                  <a:pt x="310" y="2036"/>
                </a:cubicBezTo>
                <a:cubicBezTo>
                  <a:pt x="286" y="2060"/>
                  <a:pt x="286" y="2108"/>
                  <a:pt x="274" y="2143"/>
                </a:cubicBezTo>
                <a:lnTo>
                  <a:pt x="274" y="2203"/>
                </a:lnTo>
                <a:cubicBezTo>
                  <a:pt x="274" y="2655"/>
                  <a:pt x="476" y="3072"/>
                  <a:pt x="822" y="3358"/>
                </a:cubicBezTo>
                <a:cubicBezTo>
                  <a:pt x="786" y="3370"/>
                  <a:pt x="774" y="3405"/>
                  <a:pt x="762" y="3417"/>
                </a:cubicBezTo>
                <a:cubicBezTo>
                  <a:pt x="750" y="3465"/>
                  <a:pt x="727" y="3513"/>
                  <a:pt x="750" y="3548"/>
                </a:cubicBezTo>
                <a:cubicBezTo>
                  <a:pt x="893" y="4024"/>
                  <a:pt x="1262" y="4405"/>
                  <a:pt x="1727" y="4548"/>
                </a:cubicBezTo>
                <a:cubicBezTo>
                  <a:pt x="1310" y="4798"/>
                  <a:pt x="834" y="4941"/>
                  <a:pt x="334" y="4941"/>
                </a:cubicBezTo>
                <a:lnTo>
                  <a:pt x="191" y="4941"/>
                </a:lnTo>
                <a:cubicBezTo>
                  <a:pt x="107" y="4941"/>
                  <a:pt x="36" y="5001"/>
                  <a:pt x="12" y="5084"/>
                </a:cubicBezTo>
                <a:cubicBezTo>
                  <a:pt x="0" y="5156"/>
                  <a:pt x="48" y="5239"/>
                  <a:pt x="107" y="5263"/>
                </a:cubicBezTo>
                <a:cubicBezTo>
                  <a:pt x="727" y="5632"/>
                  <a:pt x="1465" y="5834"/>
                  <a:pt x="2191" y="5834"/>
                </a:cubicBezTo>
                <a:cubicBezTo>
                  <a:pt x="3072" y="5834"/>
                  <a:pt x="3905" y="5560"/>
                  <a:pt x="4596" y="5060"/>
                </a:cubicBezTo>
                <a:cubicBezTo>
                  <a:pt x="4691" y="5001"/>
                  <a:pt x="4691" y="4858"/>
                  <a:pt x="4620" y="4786"/>
                </a:cubicBezTo>
                <a:cubicBezTo>
                  <a:pt x="4587" y="4754"/>
                  <a:pt x="4544" y="4735"/>
                  <a:pt x="4499" y="4735"/>
                </a:cubicBezTo>
                <a:cubicBezTo>
                  <a:pt x="4463" y="4735"/>
                  <a:pt x="4426" y="4748"/>
                  <a:pt x="4394" y="4775"/>
                </a:cubicBezTo>
                <a:cubicBezTo>
                  <a:pt x="3763" y="5215"/>
                  <a:pt x="3013" y="5489"/>
                  <a:pt x="2191" y="5489"/>
                </a:cubicBezTo>
                <a:cubicBezTo>
                  <a:pt x="1727" y="5489"/>
                  <a:pt x="1262" y="5394"/>
                  <a:pt x="846" y="5239"/>
                </a:cubicBezTo>
                <a:cubicBezTo>
                  <a:pt x="1369" y="5144"/>
                  <a:pt x="1846" y="4917"/>
                  <a:pt x="2262" y="4584"/>
                </a:cubicBezTo>
                <a:cubicBezTo>
                  <a:pt x="2310" y="4536"/>
                  <a:pt x="2334" y="4477"/>
                  <a:pt x="2322" y="4417"/>
                </a:cubicBezTo>
                <a:cubicBezTo>
                  <a:pt x="2310" y="4346"/>
                  <a:pt x="2239" y="4286"/>
                  <a:pt x="2155" y="4286"/>
                </a:cubicBezTo>
                <a:cubicBezTo>
                  <a:pt x="1739" y="4263"/>
                  <a:pt x="1369" y="4048"/>
                  <a:pt x="1167" y="3691"/>
                </a:cubicBezTo>
                <a:cubicBezTo>
                  <a:pt x="1250" y="3691"/>
                  <a:pt x="1358" y="3667"/>
                  <a:pt x="1441" y="3643"/>
                </a:cubicBezTo>
                <a:cubicBezTo>
                  <a:pt x="1524" y="3632"/>
                  <a:pt x="1584" y="3572"/>
                  <a:pt x="1584" y="3489"/>
                </a:cubicBezTo>
                <a:cubicBezTo>
                  <a:pt x="1596" y="3405"/>
                  <a:pt x="1536" y="3334"/>
                  <a:pt x="1441" y="3298"/>
                </a:cubicBezTo>
                <a:cubicBezTo>
                  <a:pt x="1000" y="3191"/>
                  <a:pt x="667" y="2822"/>
                  <a:pt x="596" y="2381"/>
                </a:cubicBezTo>
                <a:lnTo>
                  <a:pt x="596" y="2381"/>
                </a:lnTo>
                <a:cubicBezTo>
                  <a:pt x="727" y="2405"/>
                  <a:pt x="869" y="2417"/>
                  <a:pt x="1000" y="2417"/>
                </a:cubicBezTo>
                <a:cubicBezTo>
                  <a:pt x="1084" y="2417"/>
                  <a:pt x="1143" y="2358"/>
                  <a:pt x="1167" y="2274"/>
                </a:cubicBezTo>
                <a:cubicBezTo>
                  <a:pt x="1179" y="2203"/>
                  <a:pt x="1131" y="2143"/>
                  <a:pt x="1072" y="2108"/>
                </a:cubicBezTo>
                <a:cubicBezTo>
                  <a:pt x="703" y="1881"/>
                  <a:pt x="476" y="1488"/>
                  <a:pt x="476" y="1048"/>
                </a:cubicBezTo>
                <a:cubicBezTo>
                  <a:pt x="476" y="953"/>
                  <a:pt x="488" y="846"/>
                  <a:pt x="524" y="738"/>
                </a:cubicBezTo>
                <a:cubicBezTo>
                  <a:pt x="965" y="1191"/>
                  <a:pt x="1524" y="1524"/>
                  <a:pt x="2120" y="1727"/>
                </a:cubicBezTo>
                <a:cubicBezTo>
                  <a:pt x="2120" y="1727"/>
                  <a:pt x="2715" y="1905"/>
                  <a:pt x="2929" y="1917"/>
                </a:cubicBezTo>
                <a:lnTo>
                  <a:pt x="3024" y="1917"/>
                </a:lnTo>
                <a:cubicBezTo>
                  <a:pt x="3096" y="1917"/>
                  <a:pt x="3167" y="1869"/>
                  <a:pt x="3191" y="1798"/>
                </a:cubicBezTo>
                <a:cubicBezTo>
                  <a:pt x="3203" y="1786"/>
                  <a:pt x="3203" y="1750"/>
                  <a:pt x="3203" y="1738"/>
                </a:cubicBezTo>
                <a:lnTo>
                  <a:pt x="3203" y="1703"/>
                </a:lnTo>
                <a:cubicBezTo>
                  <a:pt x="3203" y="953"/>
                  <a:pt x="3810" y="334"/>
                  <a:pt x="4572" y="334"/>
                </a:cubicBezTo>
                <a:cubicBezTo>
                  <a:pt x="4941" y="334"/>
                  <a:pt x="5287" y="488"/>
                  <a:pt x="5549" y="750"/>
                </a:cubicBezTo>
                <a:cubicBezTo>
                  <a:pt x="5585" y="787"/>
                  <a:pt x="5621" y="802"/>
                  <a:pt x="5663" y="802"/>
                </a:cubicBezTo>
                <a:cubicBezTo>
                  <a:pt x="5676" y="802"/>
                  <a:pt x="5689" y="801"/>
                  <a:pt x="5703" y="798"/>
                </a:cubicBezTo>
                <a:cubicBezTo>
                  <a:pt x="5882" y="762"/>
                  <a:pt x="6049" y="738"/>
                  <a:pt x="6203" y="679"/>
                </a:cubicBezTo>
                <a:lnTo>
                  <a:pt x="6203" y="679"/>
                </a:lnTo>
                <a:cubicBezTo>
                  <a:pt x="6120" y="762"/>
                  <a:pt x="6013" y="857"/>
                  <a:pt x="5894" y="917"/>
                </a:cubicBezTo>
                <a:cubicBezTo>
                  <a:pt x="5822" y="965"/>
                  <a:pt x="5787" y="1048"/>
                  <a:pt x="5822" y="1143"/>
                </a:cubicBezTo>
                <a:cubicBezTo>
                  <a:pt x="5846" y="1203"/>
                  <a:pt x="5930" y="1250"/>
                  <a:pt x="6001" y="1250"/>
                </a:cubicBezTo>
                <a:cubicBezTo>
                  <a:pt x="6144" y="1227"/>
                  <a:pt x="6287" y="1215"/>
                  <a:pt x="6418" y="1167"/>
                </a:cubicBezTo>
                <a:lnTo>
                  <a:pt x="6418" y="1167"/>
                </a:lnTo>
                <a:cubicBezTo>
                  <a:pt x="6299" y="1286"/>
                  <a:pt x="6168" y="1405"/>
                  <a:pt x="6013" y="1512"/>
                </a:cubicBezTo>
                <a:cubicBezTo>
                  <a:pt x="5965" y="1548"/>
                  <a:pt x="5941" y="1608"/>
                  <a:pt x="5941" y="1655"/>
                </a:cubicBezTo>
                <a:lnTo>
                  <a:pt x="5941" y="1679"/>
                </a:lnTo>
                <a:lnTo>
                  <a:pt x="5941" y="1703"/>
                </a:lnTo>
                <a:lnTo>
                  <a:pt x="5941" y="1727"/>
                </a:lnTo>
                <a:cubicBezTo>
                  <a:pt x="5941" y="2691"/>
                  <a:pt x="5572" y="3572"/>
                  <a:pt x="4977" y="4227"/>
                </a:cubicBezTo>
                <a:cubicBezTo>
                  <a:pt x="4918" y="4298"/>
                  <a:pt x="4918" y="4405"/>
                  <a:pt x="4977" y="4465"/>
                </a:cubicBezTo>
                <a:cubicBezTo>
                  <a:pt x="5011" y="4499"/>
                  <a:pt x="5053" y="4514"/>
                  <a:pt x="5096" y="4514"/>
                </a:cubicBezTo>
                <a:cubicBezTo>
                  <a:pt x="5143" y="4514"/>
                  <a:pt x="5190" y="4496"/>
                  <a:pt x="5227" y="4465"/>
                </a:cubicBezTo>
                <a:cubicBezTo>
                  <a:pt x="5894" y="3715"/>
                  <a:pt x="6263" y="2762"/>
                  <a:pt x="6287" y="1750"/>
                </a:cubicBezTo>
                <a:cubicBezTo>
                  <a:pt x="6596" y="1524"/>
                  <a:pt x="6846" y="1250"/>
                  <a:pt x="7061" y="917"/>
                </a:cubicBezTo>
                <a:cubicBezTo>
                  <a:pt x="7144" y="857"/>
                  <a:pt x="7132" y="750"/>
                  <a:pt x="7061" y="715"/>
                </a:cubicBezTo>
                <a:cubicBezTo>
                  <a:pt x="7029" y="683"/>
                  <a:pt x="6987" y="667"/>
                  <a:pt x="6937" y="667"/>
                </a:cubicBezTo>
                <a:cubicBezTo>
                  <a:pt x="6912" y="667"/>
                  <a:pt x="6886" y="671"/>
                  <a:pt x="6858" y="679"/>
                </a:cubicBezTo>
                <a:cubicBezTo>
                  <a:pt x="6775" y="726"/>
                  <a:pt x="6680" y="750"/>
                  <a:pt x="6596" y="786"/>
                </a:cubicBezTo>
                <a:cubicBezTo>
                  <a:pt x="6680" y="667"/>
                  <a:pt x="6763" y="512"/>
                  <a:pt x="6823" y="369"/>
                </a:cubicBezTo>
                <a:cubicBezTo>
                  <a:pt x="6834" y="310"/>
                  <a:pt x="6834" y="238"/>
                  <a:pt x="6787" y="191"/>
                </a:cubicBezTo>
                <a:cubicBezTo>
                  <a:pt x="6750" y="153"/>
                  <a:pt x="6703" y="135"/>
                  <a:pt x="6659" y="135"/>
                </a:cubicBezTo>
                <a:cubicBezTo>
                  <a:pt x="6632" y="135"/>
                  <a:pt x="6607" y="142"/>
                  <a:pt x="6584" y="155"/>
                </a:cubicBezTo>
                <a:cubicBezTo>
                  <a:pt x="6322" y="310"/>
                  <a:pt x="6061" y="393"/>
                  <a:pt x="5775" y="441"/>
                </a:cubicBezTo>
                <a:cubicBezTo>
                  <a:pt x="5465" y="143"/>
                  <a:pt x="5048" y="0"/>
                  <a:pt x="46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73" name="Google Shape;573;p49"/>
          <p:cNvCxnSpPr/>
          <p:nvPr/>
        </p:nvCxnSpPr>
        <p:spPr>
          <a:xfrm rot="10800000">
            <a:off x="1972225" y="-37800"/>
            <a:ext cx="0" cy="5219100"/>
          </a:xfrm>
          <a:prstGeom prst="straightConnector1">
            <a:avLst/>
          </a:prstGeom>
          <a:noFill/>
          <a:ln w="9525" cap="flat" cmpd="sng">
            <a:solidFill>
              <a:schemeClr val="lt1"/>
            </a:solidFill>
            <a:prstDash val="solid"/>
            <a:round/>
            <a:headEnd type="none" w="med" len="med"/>
            <a:tailEnd type="none" w="med" len="med"/>
          </a:ln>
        </p:spPr>
      </p:cxnSp>
      <p:grpSp>
        <p:nvGrpSpPr>
          <p:cNvPr id="574" name="Google Shape;574;p49"/>
          <p:cNvGrpSpPr/>
          <p:nvPr/>
        </p:nvGrpSpPr>
        <p:grpSpPr>
          <a:xfrm flipH="1">
            <a:off x="2034866" y="4275565"/>
            <a:ext cx="394125" cy="271746"/>
            <a:chOff x="215225" y="4734875"/>
            <a:chExt cx="394125" cy="271800"/>
          </a:xfrm>
        </p:grpSpPr>
        <p:sp>
          <p:nvSpPr>
            <p:cNvPr id="575" name="Google Shape;575;p49"/>
            <p:cNvSpPr/>
            <p:nvPr/>
          </p:nvSpPr>
          <p:spPr>
            <a:xfrm>
              <a:off x="215225" y="4734875"/>
              <a:ext cx="271800" cy="2718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49"/>
            <p:cNvSpPr/>
            <p:nvPr/>
          </p:nvSpPr>
          <p:spPr>
            <a:xfrm>
              <a:off x="337550" y="4734875"/>
              <a:ext cx="271800" cy="2718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theme/theme1.xml><?xml version="1.0" encoding="utf-8"?>
<a:theme xmlns:a="http://schemas.openxmlformats.org/drawingml/2006/main" name="Elegant and Clean Case Report by Slidesgo">
  <a:themeElements>
    <a:clrScheme name="Simple Light">
      <a:dk1>
        <a:srgbClr val="092F53"/>
      </a:dk1>
      <a:lt1>
        <a:srgbClr val="EBEBEB"/>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092F5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467</TotalTime>
  <Words>806</Words>
  <Application>Microsoft Office PowerPoint</Application>
  <PresentationFormat>On-screen Show (16:9)</PresentationFormat>
  <Paragraphs>111</Paragraphs>
  <Slides>14</Slides>
  <Notes>8</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14</vt:i4>
      </vt:variant>
    </vt:vector>
  </HeadingPairs>
  <TitlesOfParts>
    <vt:vector size="23" baseType="lpstr">
      <vt:lpstr>Raleway</vt:lpstr>
      <vt:lpstr>Cambria</vt:lpstr>
      <vt:lpstr>Arimo</vt:lpstr>
      <vt:lpstr>DM Serif Text</vt:lpstr>
      <vt:lpstr>Arial</vt:lpstr>
      <vt:lpstr>Proxima Nova</vt:lpstr>
      <vt:lpstr>Aptos</vt:lpstr>
      <vt:lpstr>Elegant and Clean Case Report by Slidesgo</vt:lpstr>
      <vt:lpstr>Slidesgo Final Pages</vt:lpstr>
      <vt:lpstr>Agentic AI &amp; the Future of Tech Careers</vt:lpstr>
      <vt:lpstr>WHAT WE’LL COVER</vt:lpstr>
      <vt:lpstr>Introduction</vt:lpstr>
      <vt:lpstr>90%</vt:lpstr>
      <vt:lpstr>PowerPoint Presentation</vt:lpstr>
      <vt:lpstr>PowerPoint Presentation</vt:lpstr>
      <vt:lpstr>If I asked the same question, how would an LLM, an agent and an agentic system respond?  </vt:lpstr>
      <vt:lpstr>How do we choose our workflow?</vt:lpstr>
      <vt:lpstr>Current Trends - What’s Booming in the Industry </vt:lpstr>
      <vt:lpstr>AI in Industry: Honeywell</vt:lpstr>
      <vt:lpstr>Emerging Areas to Watch</vt:lpstr>
      <vt:lpstr>The Road Ahead</vt:lpstr>
      <vt:lpstr>What to Actually Study</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xx4054</cp:lastModifiedBy>
  <cp:revision>20</cp:revision>
  <dcterms:modified xsi:type="dcterms:W3CDTF">2026-09-14T16:42:35Z</dcterms:modified>
</cp:coreProperties>
</file>